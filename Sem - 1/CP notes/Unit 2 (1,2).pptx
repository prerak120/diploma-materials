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3" autoAdjust="0"/>
    <p:restoredTop sz="94660"/>
  </p:normalViewPr>
  <p:slideViewPr>
    <p:cSldViewPr snapToGrid="0">
      <p:cViewPr varScale="1">
        <p:scale>
          <a:sx n="83" d="100"/>
          <a:sy n="83" d="100"/>
        </p:scale>
        <p:origin x="45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E2A273F-1579-47A8-A8DD-6475470422C0}" type="datetimeFigureOut">
              <a:rPr lang="en-IN" smtClean="0"/>
              <a:t>01-10-2022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A0478F-C702-410B-BC7D-57EC940C126B}"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1381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2A273F-1579-47A8-A8DD-6475470422C0}" type="datetimeFigureOut">
              <a:rPr lang="en-IN" smtClean="0"/>
              <a:t>01-10-2022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A0478F-C702-410B-BC7D-57EC940C126B}" type="slidenum">
              <a:rPr lang="en-IN" smtClean="0"/>
              <a:t>‹#›</a:t>
            </a:fld>
            <a:endParaRPr lang="en-IN"/>
          </a:p>
        </p:txBody>
      </p:sp>
    </p:spTree>
    <p:extLst>
      <p:ext uri="{BB962C8B-B14F-4D97-AF65-F5344CB8AC3E}">
        <p14:creationId xmlns:p14="http://schemas.microsoft.com/office/powerpoint/2010/main" val="2117225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2A273F-1579-47A8-A8DD-6475470422C0}" type="datetimeFigureOut">
              <a:rPr lang="en-IN" smtClean="0"/>
              <a:t>01-10-2022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A0478F-C702-410B-BC7D-57EC940C126B}"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1495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E2A273F-1579-47A8-A8DD-6475470422C0}" type="datetimeFigureOut">
              <a:rPr lang="en-IN" smtClean="0"/>
              <a:t>01-10-2022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A0478F-C702-410B-BC7D-57EC940C126B}" type="slidenum">
              <a:rPr lang="en-IN" smtClean="0"/>
              <a:t>‹#›</a:t>
            </a:fld>
            <a:endParaRPr lang="en-IN"/>
          </a:p>
        </p:txBody>
      </p:sp>
    </p:spTree>
    <p:extLst>
      <p:ext uri="{BB962C8B-B14F-4D97-AF65-F5344CB8AC3E}">
        <p14:creationId xmlns:p14="http://schemas.microsoft.com/office/powerpoint/2010/main" val="3290209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E2A273F-1579-47A8-A8DD-6475470422C0}" type="datetimeFigureOut">
              <a:rPr lang="en-IN" smtClean="0"/>
              <a:t>01-10-2022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0A0478F-C702-410B-BC7D-57EC940C126B}" type="slidenum">
              <a:rPr lang="en-IN" smtClean="0"/>
              <a:t>‹#›</a:t>
            </a:fld>
            <a:endParaRPr lang="en-IN"/>
          </a:p>
        </p:txBody>
      </p:sp>
    </p:spTree>
    <p:extLst>
      <p:ext uri="{BB962C8B-B14F-4D97-AF65-F5344CB8AC3E}">
        <p14:creationId xmlns:p14="http://schemas.microsoft.com/office/powerpoint/2010/main" val="3625277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E2A273F-1579-47A8-A8DD-6475470422C0}" type="datetimeFigureOut">
              <a:rPr lang="en-IN" smtClean="0"/>
              <a:t>01-10-2022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0A0478F-C702-410B-BC7D-57EC940C126B}" type="slidenum">
              <a:rPr lang="en-IN" smtClean="0"/>
              <a:t>‹#›</a:t>
            </a:fld>
            <a:endParaRPr lang="en-IN"/>
          </a:p>
        </p:txBody>
      </p:sp>
    </p:spTree>
    <p:extLst>
      <p:ext uri="{BB962C8B-B14F-4D97-AF65-F5344CB8AC3E}">
        <p14:creationId xmlns:p14="http://schemas.microsoft.com/office/powerpoint/2010/main" val="1264204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E2A273F-1579-47A8-A8DD-6475470422C0}" type="datetimeFigureOut">
              <a:rPr lang="en-IN" smtClean="0"/>
              <a:t>01-10-2022</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60A0478F-C702-410B-BC7D-57EC940C126B}" type="slidenum">
              <a:rPr lang="en-IN" smtClean="0"/>
              <a:t>‹#›</a:t>
            </a:fld>
            <a:endParaRPr lang="en-IN"/>
          </a:p>
        </p:txBody>
      </p:sp>
    </p:spTree>
    <p:extLst>
      <p:ext uri="{BB962C8B-B14F-4D97-AF65-F5344CB8AC3E}">
        <p14:creationId xmlns:p14="http://schemas.microsoft.com/office/powerpoint/2010/main" val="3075041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E2A273F-1579-47A8-A8DD-6475470422C0}" type="datetimeFigureOut">
              <a:rPr lang="en-IN" smtClean="0"/>
              <a:t>01-10-2022</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0A0478F-C702-410B-BC7D-57EC940C126B}" type="slidenum">
              <a:rPr lang="en-IN" smtClean="0"/>
              <a:t>‹#›</a:t>
            </a:fld>
            <a:endParaRPr lang="en-IN"/>
          </a:p>
        </p:txBody>
      </p:sp>
    </p:spTree>
    <p:extLst>
      <p:ext uri="{BB962C8B-B14F-4D97-AF65-F5344CB8AC3E}">
        <p14:creationId xmlns:p14="http://schemas.microsoft.com/office/powerpoint/2010/main" val="31396702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E2A273F-1579-47A8-A8DD-6475470422C0}" type="datetimeFigureOut">
              <a:rPr lang="en-IN" smtClean="0"/>
              <a:t>01-10-2022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A0478F-C702-410B-BC7D-57EC940C126B}" type="slidenum">
              <a:rPr lang="en-IN" smtClean="0"/>
              <a:t>‹#›</a:t>
            </a:fld>
            <a:endParaRPr lang="en-IN"/>
          </a:p>
        </p:txBody>
      </p:sp>
    </p:spTree>
    <p:extLst>
      <p:ext uri="{BB962C8B-B14F-4D97-AF65-F5344CB8AC3E}">
        <p14:creationId xmlns:p14="http://schemas.microsoft.com/office/powerpoint/2010/main" val="10996829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2A273F-1579-47A8-A8DD-6475470422C0}" type="datetimeFigureOut">
              <a:rPr lang="en-IN" smtClean="0"/>
              <a:t>01-10-2022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A0478F-C702-410B-BC7D-57EC940C126B}" type="slidenum">
              <a:rPr lang="en-IN" smtClean="0"/>
              <a:t>‹#›</a:t>
            </a:fld>
            <a:endParaRPr lang="en-IN"/>
          </a:p>
        </p:txBody>
      </p:sp>
    </p:spTree>
    <p:extLst>
      <p:ext uri="{BB962C8B-B14F-4D97-AF65-F5344CB8AC3E}">
        <p14:creationId xmlns:p14="http://schemas.microsoft.com/office/powerpoint/2010/main" val="270218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2A273F-1579-47A8-A8DD-6475470422C0}" type="datetimeFigureOut">
              <a:rPr lang="en-IN" smtClean="0"/>
              <a:t>01-10-2022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A0478F-C702-410B-BC7D-57EC940C126B}" type="slidenum">
              <a:rPr lang="en-IN" smtClean="0"/>
              <a:t>‹#›</a:t>
            </a:fld>
            <a:endParaRPr lang="en-IN"/>
          </a:p>
        </p:txBody>
      </p:sp>
    </p:spTree>
    <p:extLst>
      <p:ext uri="{BB962C8B-B14F-4D97-AF65-F5344CB8AC3E}">
        <p14:creationId xmlns:p14="http://schemas.microsoft.com/office/powerpoint/2010/main" val="30436594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E2A273F-1579-47A8-A8DD-6475470422C0}" type="datetimeFigureOut">
              <a:rPr lang="en-IN" smtClean="0"/>
              <a:t>01-10-2022</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0A0478F-C702-410B-BC7D-57EC940C126B}"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5858638"/>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data-flair.training/blogs/functions-in-c/"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data-flair.training/blogs/variables-in-c/"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98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BB415-0C46-CCD2-9E55-6BDA6CADCE8F}"/>
              </a:ext>
            </a:extLst>
          </p:cNvPr>
          <p:cNvSpPr>
            <a:spLocks noGrp="1"/>
          </p:cNvSpPr>
          <p:nvPr>
            <p:ph type="ctrTitle"/>
          </p:nvPr>
        </p:nvSpPr>
        <p:spPr/>
        <p:txBody>
          <a:bodyPr/>
          <a:lstStyle/>
          <a:p>
            <a:r>
              <a:rPr lang="en-US" b="1" dirty="0">
                <a:solidFill>
                  <a:schemeClr val="accent2">
                    <a:lumMod val="75000"/>
                  </a:schemeClr>
                </a:solidFill>
              </a:rPr>
              <a:t>Unit 2</a:t>
            </a:r>
            <a:endParaRPr lang="en-IN" b="1" dirty="0">
              <a:solidFill>
                <a:schemeClr val="accent2">
                  <a:lumMod val="75000"/>
                </a:schemeClr>
              </a:solidFill>
            </a:endParaRPr>
          </a:p>
        </p:txBody>
      </p:sp>
      <p:sp>
        <p:nvSpPr>
          <p:cNvPr id="3" name="Subtitle 2">
            <a:extLst>
              <a:ext uri="{FF2B5EF4-FFF2-40B4-BE49-F238E27FC236}">
                <a16:creationId xmlns:a16="http://schemas.microsoft.com/office/drawing/2014/main" id="{4D36AEC2-7321-7D6A-7A36-B89575F7F0B7}"/>
              </a:ext>
            </a:extLst>
          </p:cNvPr>
          <p:cNvSpPr>
            <a:spLocks noGrp="1"/>
          </p:cNvSpPr>
          <p:nvPr>
            <p:ph type="subTitle" idx="1"/>
          </p:nvPr>
        </p:nvSpPr>
        <p:spPr>
          <a:xfrm>
            <a:off x="1097280" y="4409321"/>
            <a:ext cx="10058400" cy="1143000"/>
          </a:xfrm>
        </p:spPr>
        <p:txBody>
          <a:bodyPr/>
          <a:lstStyle/>
          <a:p>
            <a:r>
              <a:rPr lang="en-US" b="1" dirty="0">
                <a:solidFill>
                  <a:schemeClr val="accent2">
                    <a:lumMod val="75000"/>
                  </a:schemeClr>
                </a:solidFill>
              </a:rPr>
              <a:t>Basics of c programming</a:t>
            </a:r>
            <a:endParaRPr lang="en-IN" b="1" dirty="0">
              <a:solidFill>
                <a:schemeClr val="accent2">
                  <a:lumMod val="75000"/>
                </a:schemeClr>
              </a:solidFill>
            </a:endParaRPr>
          </a:p>
        </p:txBody>
      </p:sp>
    </p:spTree>
    <p:extLst>
      <p:ext uri="{BB962C8B-B14F-4D97-AF65-F5344CB8AC3E}">
        <p14:creationId xmlns:p14="http://schemas.microsoft.com/office/powerpoint/2010/main" val="2403966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8C29A-2D8E-468D-AFF8-13A08FECA4C6}"/>
              </a:ext>
            </a:extLst>
          </p:cNvPr>
          <p:cNvSpPr>
            <a:spLocks noGrp="1"/>
          </p:cNvSpPr>
          <p:nvPr>
            <p:ph type="title"/>
          </p:nvPr>
        </p:nvSpPr>
        <p:spPr>
          <a:xfrm>
            <a:off x="838200" y="710078"/>
            <a:ext cx="10515600" cy="820784"/>
          </a:xfrm>
        </p:spPr>
        <p:txBody>
          <a:bodyPr>
            <a:normAutofit fontScale="90000"/>
          </a:bodyPr>
          <a:lstStyle/>
          <a:p>
            <a:r>
              <a:rPr lang="en-IN" sz="3100" b="1" dirty="0">
                <a:solidFill>
                  <a:schemeClr val="accent2">
                    <a:lumMod val="75000"/>
                  </a:schemeClr>
                </a:solidFill>
                <a:effectLst/>
                <a:latin typeface="Times New Roman" panose="02020603050405020304" pitchFamily="18" charset="0"/>
                <a:ea typeface="Arial" panose="020B0604020202020204" pitchFamily="34" charset="0"/>
                <a:cs typeface="Times New Roman" panose="02020603050405020304" pitchFamily="18" charset="0"/>
              </a:rPr>
              <a:t>General structure of ‘C’ program</a:t>
            </a:r>
            <a:br>
              <a:rPr lang="en-IN" sz="1800" dirty="0">
                <a:effectLst/>
                <a:latin typeface="Calibri" panose="020F0502020204030204" pitchFamily="34" charset="0"/>
                <a:ea typeface="Calibri" panose="020F0502020204030204" pitchFamily="34" charset="0"/>
              </a:rPr>
            </a:br>
            <a:endParaRPr lang="en-IN" dirty="0"/>
          </a:p>
        </p:txBody>
      </p:sp>
      <p:sp>
        <p:nvSpPr>
          <p:cNvPr id="3" name="Content Placeholder 2">
            <a:extLst>
              <a:ext uri="{FF2B5EF4-FFF2-40B4-BE49-F238E27FC236}">
                <a16:creationId xmlns:a16="http://schemas.microsoft.com/office/drawing/2014/main" id="{8DDA9AE4-2216-9A84-6ACE-18780F90C697}"/>
              </a:ext>
            </a:extLst>
          </p:cNvPr>
          <p:cNvSpPr>
            <a:spLocks noGrp="1"/>
          </p:cNvSpPr>
          <p:nvPr>
            <p:ph idx="1"/>
          </p:nvPr>
        </p:nvSpPr>
        <p:spPr>
          <a:xfrm>
            <a:off x="729205" y="1278026"/>
            <a:ext cx="10624595" cy="4459504"/>
          </a:xfrm>
        </p:spPr>
        <p:txBody>
          <a:bodyPr/>
          <a:lstStyle/>
          <a:p>
            <a:pPr marL="228600">
              <a:lnSpc>
                <a:spcPct val="115000"/>
              </a:lnSpc>
              <a:spcAft>
                <a:spcPts val="1000"/>
              </a:spcAft>
            </a:pPr>
            <a:r>
              <a:rPr lang="en-IN" sz="1800" dirty="0">
                <a:effectLst/>
                <a:latin typeface="Arial" panose="020B0604020202020204" pitchFamily="34" charset="0"/>
                <a:ea typeface="Arial" panose="020B0604020202020204" pitchFamily="34" charset="0"/>
              </a:rPr>
              <a:t>A C program is divided into different sections. There are six main sections to a basic c program.</a:t>
            </a:r>
            <a:endParaRPr lang="en-IN" sz="1800" dirty="0">
              <a:effectLst/>
              <a:latin typeface="Calibri" panose="020F0502020204030204" pitchFamily="34" charset="0"/>
              <a:ea typeface="Calibri" panose="020F0502020204030204" pitchFamily="34" charset="0"/>
            </a:endParaRPr>
          </a:p>
          <a:p>
            <a:pPr marL="228600">
              <a:lnSpc>
                <a:spcPct val="115000"/>
              </a:lnSpc>
              <a:spcAft>
                <a:spcPts val="1000"/>
              </a:spcAft>
            </a:pPr>
            <a:r>
              <a:rPr lang="en-IN" sz="1800" dirty="0">
                <a:effectLst/>
                <a:latin typeface="Arial" panose="020B0604020202020204" pitchFamily="34" charset="0"/>
                <a:ea typeface="Arial" panose="020B0604020202020204" pitchFamily="34" charset="0"/>
              </a:rPr>
              <a:t>The six sections are,</a:t>
            </a:r>
            <a:endParaRPr lang="en-IN" sz="1800" dirty="0">
              <a:effectLst/>
              <a:latin typeface="Calibri" panose="020F0502020204030204" pitchFamily="34" charset="0"/>
              <a:ea typeface="Calibri" panose="020F0502020204030204" pitchFamily="34" charset="0"/>
            </a:endParaRPr>
          </a:p>
          <a:p>
            <a:endParaRPr lang="en-IN" dirty="0"/>
          </a:p>
        </p:txBody>
      </p:sp>
      <p:sp>
        <p:nvSpPr>
          <p:cNvPr id="4" name="Rectangle 3">
            <a:extLst>
              <a:ext uri="{FF2B5EF4-FFF2-40B4-BE49-F238E27FC236}">
                <a16:creationId xmlns:a16="http://schemas.microsoft.com/office/drawing/2014/main" id="{A9E21C80-CFB3-B213-EC49-1499311F4910}"/>
              </a:ext>
            </a:extLst>
          </p:cNvPr>
          <p:cNvSpPr/>
          <p:nvPr/>
        </p:nvSpPr>
        <p:spPr>
          <a:xfrm>
            <a:off x="4733925" y="2095500"/>
            <a:ext cx="2724150" cy="2667000"/>
          </a:xfrm>
          <a:prstGeom prst="rect">
            <a:avLst/>
          </a:prstGeom>
          <a:noFill/>
          <a:ln>
            <a:noFill/>
          </a:ln>
        </p:spPr>
        <p:txBody>
          <a:bodyPr spcFirstLastPara="1" wrap="square" lIns="91425" tIns="91425" rIns="91425" bIns="91425" anchor="ctr" anchorCtr="0">
            <a:noAutofit/>
          </a:bodyPr>
          <a:lstStyle/>
          <a:p>
            <a:pPr>
              <a:lnSpc>
                <a:spcPct val="115000"/>
              </a:lnSpc>
              <a:spcAft>
                <a:spcPts val="1000"/>
              </a:spcAft>
            </a:pPr>
            <a:r>
              <a:rPr lang="en-IN" sz="1100">
                <a:effectLst/>
                <a:latin typeface="Calibri" panose="020F0502020204030204" pitchFamily="34" charset="0"/>
                <a:ea typeface="Calibri" panose="020F0502020204030204" pitchFamily="34" charset="0"/>
              </a:rPr>
              <a:t> </a:t>
            </a:r>
          </a:p>
        </p:txBody>
      </p:sp>
      <p:grpSp>
        <p:nvGrpSpPr>
          <p:cNvPr id="5" name="Group 4">
            <a:extLst>
              <a:ext uri="{FF2B5EF4-FFF2-40B4-BE49-F238E27FC236}">
                <a16:creationId xmlns:a16="http://schemas.microsoft.com/office/drawing/2014/main" id="{F6881675-8CEC-64FB-6B40-253CD42A2005}"/>
              </a:ext>
            </a:extLst>
          </p:cNvPr>
          <p:cNvGrpSpPr/>
          <p:nvPr/>
        </p:nvGrpSpPr>
        <p:grpSpPr>
          <a:xfrm>
            <a:off x="4490857" y="2187616"/>
            <a:ext cx="5625416" cy="3750197"/>
            <a:chOff x="0" y="0"/>
            <a:chExt cx="2724150" cy="2667000"/>
          </a:xfrm>
        </p:grpSpPr>
        <p:grpSp>
          <p:nvGrpSpPr>
            <p:cNvPr id="6" name="Group 5">
              <a:extLst>
                <a:ext uri="{FF2B5EF4-FFF2-40B4-BE49-F238E27FC236}">
                  <a16:creationId xmlns:a16="http://schemas.microsoft.com/office/drawing/2014/main" id="{DA73E281-63D0-2946-45A8-EF3B800AADD3}"/>
                </a:ext>
              </a:extLst>
            </p:cNvPr>
            <p:cNvGrpSpPr/>
            <p:nvPr/>
          </p:nvGrpSpPr>
          <p:grpSpPr>
            <a:xfrm>
              <a:off x="0" y="0"/>
              <a:ext cx="2724150" cy="2667000"/>
              <a:chOff x="0" y="0"/>
              <a:chExt cx="2724150" cy="2667000"/>
            </a:xfrm>
          </p:grpSpPr>
          <p:sp>
            <p:nvSpPr>
              <p:cNvPr id="7" name="Rectangle 6">
                <a:extLst>
                  <a:ext uri="{FF2B5EF4-FFF2-40B4-BE49-F238E27FC236}">
                    <a16:creationId xmlns:a16="http://schemas.microsoft.com/office/drawing/2014/main" id="{B266AB48-4751-4B4D-21A7-97942D107A1D}"/>
                  </a:ext>
                </a:extLst>
              </p:cNvPr>
              <p:cNvSpPr/>
              <p:nvPr/>
            </p:nvSpPr>
            <p:spPr>
              <a:xfrm>
                <a:off x="0" y="0"/>
                <a:ext cx="2724150" cy="2667000"/>
              </a:xfrm>
              <a:prstGeom prst="rect">
                <a:avLst/>
              </a:prstGeom>
              <a:noFill/>
              <a:ln>
                <a:noFill/>
              </a:ln>
            </p:spPr>
            <p:txBody>
              <a:bodyPr spcFirstLastPara="1" wrap="square" lIns="91425" tIns="91425" rIns="91425" bIns="91425" anchor="ctr" anchorCtr="0">
                <a:noAutofit/>
              </a:bodyPr>
              <a:lstStyle/>
              <a:p>
                <a:pPr>
                  <a:lnSpc>
                    <a:spcPct val="115000"/>
                  </a:lnSpc>
                  <a:spcAft>
                    <a:spcPts val="1000"/>
                  </a:spcAft>
                </a:pPr>
                <a:r>
                  <a:rPr lang="en-IN" sz="1100">
                    <a:effectLst/>
                    <a:latin typeface="Calibri" panose="020F0502020204030204" pitchFamily="34" charset="0"/>
                    <a:ea typeface="Calibri" panose="020F0502020204030204" pitchFamily="34" charset="0"/>
                  </a:rPr>
                  <a:t> </a:t>
                </a:r>
              </a:p>
            </p:txBody>
          </p:sp>
          <p:sp>
            <p:nvSpPr>
              <p:cNvPr id="8" name="Rectangle: Rounded Corners 7">
                <a:extLst>
                  <a:ext uri="{FF2B5EF4-FFF2-40B4-BE49-F238E27FC236}">
                    <a16:creationId xmlns:a16="http://schemas.microsoft.com/office/drawing/2014/main" id="{203239B6-F386-B7EB-9648-8CEB72E39BB3}"/>
                  </a:ext>
                </a:extLst>
              </p:cNvPr>
              <p:cNvSpPr/>
              <p:nvPr/>
            </p:nvSpPr>
            <p:spPr>
              <a:xfrm>
                <a:off x="735043" y="1058"/>
                <a:ext cx="1254062" cy="313515"/>
              </a:xfrm>
              <a:prstGeom prst="roundRect">
                <a:avLst>
                  <a:gd name="adj" fmla="val 10000"/>
                </a:avLst>
              </a:prstGeom>
              <a:gradFill>
                <a:gsLst>
                  <a:gs pos="0">
                    <a:srgbClr val="FFA09D"/>
                  </a:gs>
                  <a:gs pos="35000">
                    <a:srgbClr val="FFBCBC"/>
                  </a:gs>
                  <a:gs pos="100000">
                    <a:srgbClr val="FFE2E2"/>
                  </a:gs>
                </a:gsLst>
                <a:lin ang="16200000" scaled="0"/>
              </a:gra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a:lnSpc>
                    <a:spcPct val="115000"/>
                  </a:lnSpc>
                  <a:spcAft>
                    <a:spcPts val="1000"/>
                  </a:spcAft>
                </a:pPr>
                <a:r>
                  <a:rPr lang="en-IN" sz="1100">
                    <a:effectLst/>
                    <a:latin typeface="Calibri" panose="020F0502020204030204" pitchFamily="34" charset="0"/>
                    <a:ea typeface="Calibri" panose="020F0502020204030204" pitchFamily="34" charset="0"/>
                  </a:rPr>
                  <a:t> </a:t>
                </a:r>
              </a:p>
            </p:txBody>
          </p:sp>
          <p:sp>
            <p:nvSpPr>
              <p:cNvPr id="9" name="Text Box 5">
                <a:extLst>
                  <a:ext uri="{FF2B5EF4-FFF2-40B4-BE49-F238E27FC236}">
                    <a16:creationId xmlns:a16="http://schemas.microsoft.com/office/drawing/2014/main" id="{0B18DB3B-7E79-B9D7-2C59-0C516BBD75C5}"/>
                  </a:ext>
                </a:extLst>
              </p:cNvPr>
              <p:cNvSpPr txBox="1"/>
              <p:nvPr/>
            </p:nvSpPr>
            <p:spPr>
              <a:xfrm>
                <a:off x="735043" y="1058"/>
                <a:ext cx="1254062" cy="313515"/>
              </a:xfrm>
              <a:prstGeom prst="rect">
                <a:avLst/>
              </a:prstGeom>
              <a:noFill/>
              <a:ln>
                <a:noFill/>
              </a:ln>
            </p:spPr>
            <p:txBody>
              <a:bodyPr spcFirstLastPara="1" wrap="square" lIns="41900" tIns="41900" rIns="41900" bIns="41900" anchor="ctr" anchorCtr="0">
                <a:noAutofit/>
              </a:bodyPr>
              <a:lstStyle/>
              <a:p>
                <a:pPr algn="ctr">
                  <a:lnSpc>
                    <a:spcPct val="89000"/>
                  </a:lnSpc>
                  <a:spcAft>
                    <a:spcPts val="1000"/>
                  </a:spcAft>
                </a:pPr>
                <a:r>
                  <a:rPr lang="en-IN" sz="1100">
                    <a:solidFill>
                      <a:srgbClr val="000000"/>
                    </a:solidFill>
                    <a:effectLst/>
                    <a:latin typeface="Arial" panose="020B0604020202020204" pitchFamily="34" charset="0"/>
                    <a:ea typeface="Arial" panose="020B0604020202020204" pitchFamily="34" charset="0"/>
                  </a:rPr>
                  <a:t>Documentation</a:t>
                </a:r>
                <a:endParaRPr lang="en-IN" sz="1100">
                  <a:effectLst/>
                  <a:latin typeface="Calibri" panose="020F0502020204030204" pitchFamily="34" charset="0"/>
                  <a:ea typeface="Calibri" panose="020F0502020204030204" pitchFamily="34" charset="0"/>
                </a:endParaRPr>
              </a:p>
            </p:txBody>
          </p:sp>
          <p:sp>
            <p:nvSpPr>
              <p:cNvPr id="10" name="Arrow: Right 9">
                <a:extLst>
                  <a:ext uri="{FF2B5EF4-FFF2-40B4-BE49-F238E27FC236}">
                    <a16:creationId xmlns:a16="http://schemas.microsoft.com/office/drawing/2014/main" id="{B84FDA06-E03C-E8A6-1FD4-A3E115AAFB5A}"/>
                  </a:ext>
                </a:extLst>
              </p:cNvPr>
              <p:cNvSpPr/>
              <p:nvPr/>
            </p:nvSpPr>
            <p:spPr>
              <a:xfrm rot="5400000">
                <a:off x="1303290" y="322411"/>
                <a:ext cx="117568" cy="141082"/>
              </a:xfrm>
              <a:prstGeom prst="rightArrow">
                <a:avLst>
                  <a:gd name="adj1" fmla="val 60000"/>
                  <a:gd name="adj2" fmla="val 50000"/>
                </a:avLst>
              </a:prstGeom>
              <a:gradFill>
                <a:gsLst>
                  <a:gs pos="0">
                    <a:srgbClr val="FFA09D"/>
                  </a:gs>
                  <a:gs pos="35000">
                    <a:srgbClr val="FFBCBC"/>
                  </a:gs>
                  <a:gs pos="100000">
                    <a:srgbClr val="FFE2E2"/>
                  </a:gs>
                </a:gsLst>
                <a:lin ang="16200000" scaled="0"/>
              </a:gra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a:lnSpc>
                    <a:spcPct val="115000"/>
                  </a:lnSpc>
                  <a:spcAft>
                    <a:spcPts val="1000"/>
                  </a:spcAft>
                </a:pPr>
                <a:r>
                  <a:rPr lang="en-IN" sz="1100">
                    <a:effectLst/>
                    <a:latin typeface="Calibri" panose="020F0502020204030204" pitchFamily="34" charset="0"/>
                    <a:ea typeface="Calibri" panose="020F0502020204030204" pitchFamily="34" charset="0"/>
                  </a:rPr>
                  <a:t> </a:t>
                </a:r>
              </a:p>
            </p:txBody>
          </p:sp>
          <p:sp>
            <p:nvSpPr>
              <p:cNvPr id="11" name="Text Box 7">
                <a:extLst>
                  <a:ext uri="{FF2B5EF4-FFF2-40B4-BE49-F238E27FC236}">
                    <a16:creationId xmlns:a16="http://schemas.microsoft.com/office/drawing/2014/main" id="{AD01CFB6-6C3E-DAF1-F26B-C3402E336D5B}"/>
                  </a:ext>
                </a:extLst>
              </p:cNvPr>
              <p:cNvSpPr txBox="1"/>
              <p:nvPr/>
            </p:nvSpPr>
            <p:spPr>
              <a:xfrm rot="10800000">
                <a:off x="1303290" y="322411"/>
                <a:ext cx="117568" cy="141082"/>
              </a:xfrm>
              <a:prstGeom prst="rect">
                <a:avLst/>
              </a:prstGeom>
              <a:noFill/>
              <a:ln>
                <a:noFill/>
              </a:ln>
            </p:spPr>
            <p:txBody>
              <a:bodyPr spcFirstLastPara="1" wrap="square" lIns="0" tIns="0" rIns="0" bIns="0" anchor="ctr" anchorCtr="0">
                <a:noAutofit/>
              </a:bodyPr>
              <a:lstStyle/>
              <a:p>
                <a:pPr algn="ctr">
                  <a:lnSpc>
                    <a:spcPct val="89000"/>
                  </a:lnSpc>
                  <a:spcAft>
                    <a:spcPts val="1000"/>
                  </a:spcAft>
                </a:pPr>
                <a:r>
                  <a:rPr lang="en-IN" sz="1100">
                    <a:effectLst/>
                    <a:latin typeface="Calibri" panose="020F0502020204030204" pitchFamily="34" charset="0"/>
                    <a:ea typeface="Calibri" panose="020F0502020204030204" pitchFamily="34" charset="0"/>
                  </a:rPr>
                  <a:t> </a:t>
                </a:r>
              </a:p>
            </p:txBody>
          </p:sp>
          <p:sp>
            <p:nvSpPr>
              <p:cNvPr id="12" name="Rectangle: Rounded Corners 11">
                <a:extLst>
                  <a:ext uri="{FF2B5EF4-FFF2-40B4-BE49-F238E27FC236}">
                    <a16:creationId xmlns:a16="http://schemas.microsoft.com/office/drawing/2014/main" id="{4169C5CC-5858-58B0-4D08-A902CCD2CEFC}"/>
                  </a:ext>
                </a:extLst>
              </p:cNvPr>
              <p:cNvSpPr/>
              <p:nvPr/>
            </p:nvSpPr>
            <p:spPr>
              <a:xfrm>
                <a:off x="735043" y="471331"/>
                <a:ext cx="1254062" cy="313515"/>
              </a:xfrm>
              <a:prstGeom prst="roundRect">
                <a:avLst>
                  <a:gd name="adj" fmla="val 10000"/>
                </a:avLst>
              </a:prstGeom>
              <a:gradFill>
                <a:gsLst>
                  <a:gs pos="0">
                    <a:srgbClr val="DAFEA4"/>
                  </a:gs>
                  <a:gs pos="35000">
                    <a:srgbClr val="E3FEBF"/>
                  </a:gs>
                  <a:gs pos="100000">
                    <a:srgbClr val="F4FEE6"/>
                  </a:gs>
                </a:gsLst>
                <a:lin ang="16200000" scaled="0"/>
              </a:gra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a:lnSpc>
                    <a:spcPct val="115000"/>
                  </a:lnSpc>
                  <a:spcAft>
                    <a:spcPts val="1000"/>
                  </a:spcAft>
                </a:pPr>
                <a:r>
                  <a:rPr lang="en-IN" sz="1100">
                    <a:effectLst/>
                    <a:latin typeface="Calibri" panose="020F0502020204030204" pitchFamily="34" charset="0"/>
                    <a:ea typeface="Calibri" panose="020F0502020204030204" pitchFamily="34" charset="0"/>
                  </a:rPr>
                  <a:t> </a:t>
                </a:r>
              </a:p>
            </p:txBody>
          </p:sp>
          <p:sp>
            <p:nvSpPr>
              <p:cNvPr id="13" name="Text Box 9">
                <a:extLst>
                  <a:ext uri="{FF2B5EF4-FFF2-40B4-BE49-F238E27FC236}">
                    <a16:creationId xmlns:a16="http://schemas.microsoft.com/office/drawing/2014/main" id="{08209097-0E0D-BE88-F0A3-E16B1A304393}"/>
                  </a:ext>
                </a:extLst>
              </p:cNvPr>
              <p:cNvSpPr txBox="1"/>
              <p:nvPr/>
            </p:nvSpPr>
            <p:spPr>
              <a:xfrm>
                <a:off x="735043" y="471331"/>
                <a:ext cx="1254062" cy="313515"/>
              </a:xfrm>
              <a:prstGeom prst="rect">
                <a:avLst/>
              </a:prstGeom>
              <a:noFill/>
              <a:ln>
                <a:noFill/>
              </a:ln>
            </p:spPr>
            <p:txBody>
              <a:bodyPr spcFirstLastPara="1" wrap="square" lIns="41900" tIns="41900" rIns="41900" bIns="41900" anchor="ctr" anchorCtr="0">
                <a:noAutofit/>
              </a:bodyPr>
              <a:lstStyle/>
              <a:p>
                <a:pPr algn="ctr">
                  <a:lnSpc>
                    <a:spcPct val="89000"/>
                  </a:lnSpc>
                  <a:spcAft>
                    <a:spcPts val="1000"/>
                  </a:spcAft>
                </a:pPr>
                <a:r>
                  <a:rPr lang="en-IN" sz="1100">
                    <a:solidFill>
                      <a:srgbClr val="000000"/>
                    </a:solidFill>
                    <a:effectLst/>
                    <a:latin typeface="Arial" panose="020B0604020202020204" pitchFamily="34" charset="0"/>
                    <a:ea typeface="Arial" panose="020B0604020202020204" pitchFamily="34" charset="0"/>
                  </a:rPr>
                  <a:t>Link</a:t>
                </a:r>
                <a:endParaRPr lang="en-IN" sz="1100">
                  <a:effectLst/>
                  <a:latin typeface="Calibri" panose="020F0502020204030204" pitchFamily="34" charset="0"/>
                  <a:ea typeface="Calibri" panose="020F0502020204030204" pitchFamily="34" charset="0"/>
                </a:endParaRPr>
              </a:p>
            </p:txBody>
          </p:sp>
          <p:sp>
            <p:nvSpPr>
              <p:cNvPr id="14" name="Arrow: Right 13">
                <a:extLst>
                  <a:ext uri="{FF2B5EF4-FFF2-40B4-BE49-F238E27FC236}">
                    <a16:creationId xmlns:a16="http://schemas.microsoft.com/office/drawing/2014/main" id="{15536CED-62EB-1181-2D8D-7F9C3DAC470A}"/>
                  </a:ext>
                </a:extLst>
              </p:cNvPr>
              <p:cNvSpPr/>
              <p:nvPr/>
            </p:nvSpPr>
            <p:spPr>
              <a:xfrm rot="5400000">
                <a:off x="1303290" y="792685"/>
                <a:ext cx="117568" cy="141082"/>
              </a:xfrm>
              <a:prstGeom prst="rightArrow">
                <a:avLst>
                  <a:gd name="adj1" fmla="val 60000"/>
                  <a:gd name="adj2" fmla="val 50000"/>
                </a:avLst>
              </a:prstGeom>
              <a:gradFill>
                <a:gsLst>
                  <a:gs pos="0">
                    <a:srgbClr val="DAFEA4"/>
                  </a:gs>
                  <a:gs pos="35000">
                    <a:srgbClr val="E3FEBF"/>
                  </a:gs>
                  <a:gs pos="100000">
                    <a:srgbClr val="F4FEE6"/>
                  </a:gs>
                </a:gsLst>
                <a:lin ang="16200000" scaled="0"/>
              </a:gra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a:lnSpc>
                    <a:spcPct val="115000"/>
                  </a:lnSpc>
                  <a:spcAft>
                    <a:spcPts val="1000"/>
                  </a:spcAft>
                </a:pPr>
                <a:r>
                  <a:rPr lang="en-IN" sz="1100">
                    <a:effectLst/>
                    <a:latin typeface="Calibri" panose="020F0502020204030204" pitchFamily="34" charset="0"/>
                    <a:ea typeface="Calibri" panose="020F0502020204030204" pitchFamily="34" charset="0"/>
                  </a:rPr>
                  <a:t> </a:t>
                </a:r>
              </a:p>
            </p:txBody>
          </p:sp>
          <p:sp>
            <p:nvSpPr>
              <p:cNvPr id="15" name="Text Box 11">
                <a:extLst>
                  <a:ext uri="{FF2B5EF4-FFF2-40B4-BE49-F238E27FC236}">
                    <a16:creationId xmlns:a16="http://schemas.microsoft.com/office/drawing/2014/main" id="{F5915882-A10A-55AB-3BB5-B0F77BFE48F6}"/>
                  </a:ext>
                </a:extLst>
              </p:cNvPr>
              <p:cNvSpPr txBox="1"/>
              <p:nvPr/>
            </p:nvSpPr>
            <p:spPr>
              <a:xfrm rot="10800000">
                <a:off x="1303290" y="792685"/>
                <a:ext cx="117568" cy="141082"/>
              </a:xfrm>
              <a:prstGeom prst="rect">
                <a:avLst/>
              </a:prstGeom>
              <a:noFill/>
              <a:ln>
                <a:noFill/>
              </a:ln>
            </p:spPr>
            <p:txBody>
              <a:bodyPr spcFirstLastPara="1" wrap="square" lIns="0" tIns="0" rIns="0" bIns="0" anchor="ctr" anchorCtr="0">
                <a:noAutofit/>
              </a:bodyPr>
              <a:lstStyle/>
              <a:p>
                <a:pPr algn="ctr">
                  <a:lnSpc>
                    <a:spcPct val="89000"/>
                  </a:lnSpc>
                  <a:spcAft>
                    <a:spcPts val="1000"/>
                  </a:spcAft>
                </a:pPr>
                <a:r>
                  <a:rPr lang="en-IN" sz="1100">
                    <a:effectLst/>
                    <a:latin typeface="Calibri" panose="020F0502020204030204" pitchFamily="34" charset="0"/>
                    <a:ea typeface="Calibri" panose="020F0502020204030204" pitchFamily="34" charset="0"/>
                  </a:rPr>
                  <a:t> </a:t>
                </a:r>
              </a:p>
            </p:txBody>
          </p:sp>
          <p:sp>
            <p:nvSpPr>
              <p:cNvPr id="16" name="Rectangle: Rounded Corners 15">
                <a:extLst>
                  <a:ext uri="{FF2B5EF4-FFF2-40B4-BE49-F238E27FC236}">
                    <a16:creationId xmlns:a16="http://schemas.microsoft.com/office/drawing/2014/main" id="{E9770133-D6E9-3485-6AAE-500DF9D43D26}"/>
                  </a:ext>
                </a:extLst>
              </p:cNvPr>
              <p:cNvSpPr/>
              <p:nvPr/>
            </p:nvSpPr>
            <p:spPr>
              <a:xfrm>
                <a:off x="735043" y="941605"/>
                <a:ext cx="1254062" cy="313515"/>
              </a:xfrm>
              <a:prstGeom prst="roundRect">
                <a:avLst>
                  <a:gd name="adj" fmla="val 10000"/>
                </a:avLst>
              </a:prstGeom>
              <a:gradFill>
                <a:gsLst>
                  <a:gs pos="0">
                    <a:srgbClr val="C8B2E9"/>
                  </a:gs>
                  <a:gs pos="35000">
                    <a:srgbClr val="D6CAED"/>
                  </a:gs>
                  <a:gs pos="100000">
                    <a:srgbClr val="EFE8FA"/>
                  </a:gs>
                </a:gsLst>
                <a:lin ang="16200000" scaled="0"/>
              </a:gra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a:lnSpc>
                    <a:spcPct val="115000"/>
                  </a:lnSpc>
                  <a:spcAft>
                    <a:spcPts val="1000"/>
                  </a:spcAft>
                </a:pPr>
                <a:r>
                  <a:rPr lang="en-IN" sz="1100">
                    <a:effectLst/>
                    <a:latin typeface="Calibri" panose="020F0502020204030204" pitchFamily="34" charset="0"/>
                    <a:ea typeface="Calibri" panose="020F0502020204030204" pitchFamily="34" charset="0"/>
                  </a:rPr>
                  <a:t> </a:t>
                </a:r>
              </a:p>
            </p:txBody>
          </p:sp>
          <p:sp>
            <p:nvSpPr>
              <p:cNvPr id="17" name="Text Box 13">
                <a:extLst>
                  <a:ext uri="{FF2B5EF4-FFF2-40B4-BE49-F238E27FC236}">
                    <a16:creationId xmlns:a16="http://schemas.microsoft.com/office/drawing/2014/main" id="{602390CF-098A-C635-E387-87D95FA98D3E}"/>
                  </a:ext>
                </a:extLst>
              </p:cNvPr>
              <p:cNvSpPr txBox="1"/>
              <p:nvPr/>
            </p:nvSpPr>
            <p:spPr>
              <a:xfrm>
                <a:off x="735043" y="941605"/>
                <a:ext cx="1254062" cy="313515"/>
              </a:xfrm>
              <a:prstGeom prst="rect">
                <a:avLst/>
              </a:prstGeom>
              <a:noFill/>
              <a:ln>
                <a:noFill/>
              </a:ln>
            </p:spPr>
            <p:txBody>
              <a:bodyPr spcFirstLastPara="1" wrap="square" lIns="41900" tIns="41900" rIns="41900" bIns="41900" anchor="ctr" anchorCtr="0">
                <a:noAutofit/>
              </a:bodyPr>
              <a:lstStyle/>
              <a:p>
                <a:pPr algn="ctr">
                  <a:lnSpc>
                    <a:spcPct val="89000"/>
                  </a:lnSpc>
                  <a:spcAft>
                    <a:spcPts val="1000"/>
                  </a:spcAft>
                </a:pPr>
                <a:r>
                  <a:rPr lang="en-IN" sz="1100">
                    <a:solidFill>
                      <a:srgbClr val="000000"/>
                    </a:solidFill>
                    <a:effectLst/>
                    <a:latin typeface="Arial" panose="020B0604020202020204" pitchFamily="34" charset="0"/>
                    <a:ea typeface="Arial" panose="020B0604020202020204" pitchFamily="34" charset="0"/>
                  </a:rPr>
                  <a:t>Definition</a:t>
                </a:r>
                <a:endParaRPr lang="en-IN" sz="1100">
                  <a:effectLst/>
                  <a:latin typeface="Calibri" panose="020F0502020204030204" pitchFamily="34" charset="0"/>
                  <a:ea typeface="Calibri" panose="020F0502020204030204" pitchFamily="34" charset="0"/>
                </a:endParaRPr>
              </a:p>
            </p:txBody>
          </p:sp>
          <p:sp>
            <p:nvSpPr>
              <p:cNvPr id="18" name="Arrow: Right 17">
                <a:extLst>
                  <a:ext uri="{FF2B5EF4-FFF2-40B4-BE49-F238E27FC236}">
                    <a16:creationId xmlns:a16="http://schemas.microsoft.com/office/drawing/2014/main" id="{3B863127-FC86-2528-1685-DC20C97F125E}"/>
                  </a:ext>
                </a:extLst>
              </p:cNvPr>
              <p:cNvSpPr/>
              <p:nvPr/>
            </p:nvSpPr>
            <p:spPr>
              <a:xfrm rot="5400000">
                <a:off x="1303290" y="1262958"/>
                <a:ext cx="117568" cy="141082"/>
              </a:xfrm>
              <a:prstGeom prst="rightArrow">
                <a:avLst>
                  <a:gd name="adj1" fmla="val 60000"/>
                  <a:gd name="adj2" fmla="val 50000"/>
                </a:avLst>
              </a:prstGeom>
              <a:gradFill>
                <a:gsLst>
                  <a:gs pos="0">
                    <a:srgbClr val="C8B2E9"/>
                  </a:gs>
                  <a:gs pos="35000">
                    <a:srgbClr val="D6CAED"/>
                  </a:gs>
                  <a:gs pos="100000">
                    <a:srgbClr val="EFE8FA"/>
                  </a:gs>
                </a:gsLst>
                <a:lin ang="16200000" scaled="0"/>
              </a:gra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a:lnSpc>
                    <a:spcPct val="115000"/>
                  </a:lnSpc>
                  <a:spcAft>
                    <a:spcPts val="1000"/>
                  </a:spcAft>
                </a:pPr>
                <a:r>
                  <a:rPr lang="en-IN" sz="1100">
                    <a:effectLst/>
                    <a:latin typeface="Calibri" panose="020F0502020204030204" pitchFamily="34" charset="0"/>
                    <a:ea typeface="Calibri" panose="020F0502020204030204" pitchFamily="34" charset="0"/>
                  </a:rPr>
                  <a:t> </a:t>
                </a:r>
              </a:p>
            </p:txBody>
          </p:sp>
          <p:sp>
            <p:nvSpPr>
              <p:cNvPr id="19" name="Text Box 15">
                <a:extLst>
                  <a:ext uri="{FF2B5EF4-FFF2-40B4-BE49-F238E27FC236}">
                    <a16:creationId xmlns:a16="http://schemas.microsoft.com/office/drawing/2014/main" id="{891F1214-878C-0986-3054-09C43F864F81}"/>
                  </a:ext>
                </a:extLst>
              </p:cNvPr>
              <p:cNvSpPr txBox="1"/>
              <p:nvPr/>
            </p:nvSpPr>
            <p:spPr>
              <a:xfrm rot="10800000">
                <a:off x="1303290" y="1262958"/>
                <a:ext cx="117568" cy="141082"/>
              </a:xfrm>
              <a:prstGeom prst="rect">
                <a:avLst/>
              </a:prstGeom>
              <a:noFill/>
              <a:ln>
                <a:noFill/>
              </a:ln>
            </p:spPr>
            <p:txBody>
              <a:bodyPr spcFirstLastPara="1" wrap="square" lIns="0" tIns="0" rIns="0" bIns="0" anchor="ctr" anchorCtr="0">
                <a:noAutofit/>
              </a:bodyPr>
              <a:lstStyle/>
              <a:p>
                <a:pPr algn="ctr">
                  <a:lnSpc>
                    <a:spcPct val="89000"/>
                  </a:lnSpc>
                  <a:spcAft>
                    <a:spcPts val="1000"/>
                  </a:spcAft>
                </a:pPr>
                <a:r>
                  <a:rPr lang="en-IN" sz="1100">
                    <a:effectLst/>
                    <a:latin typeface="Calibri" panose="020F0502020204030204" pitchFamily="34" charset="0"/>
                    <a:ea typeface="Calibri" panose="020F0502020204030204" pitchFamily="34" charset="0"/>
                  </a:rPr>
                  <a:t> </a:t>
                </a:r>
              </a:p>
            </p:txBody>
          </p:sp>
          <p:sp>
            <p:nvSpPr>
              <p:cNvPr id="20" name="Rectangle: Rounded Corners 19">
                <a:extLst>
                  <a:ext uri="{FF2B5EF4-FFF2-40B4-BE49-F238E27FC236}">
                    <a16:creationId xmlns:a16="http://schemas.microsoft.com/office/drawing/2014/main" id="{BE1973C8-A3D8-3472-C783-9F9DB04F6A05}"/>
                  </a:ext>
                </a:extLst>
              </p:cNvPr>
              <p:cNvSpPr/>
              <p:nvPr/>
            </p:nvSpPr>
            <p:spPr>
              <a:xfrm>
                <a:off x="735043" y="1411878"/>
                <a:ext cx="1254062" cy="313515"/>
              </a:xfrm>
              <a:prstGeom prst="roundRect">
                <a:avLst>
                  <a:gd name="adj" fmla="val 10000"/>
                </a:avLst>
              </a:prstGeom>
              <a:gradFill>
                <a:gsLst>
                  <a:gs pos="0">
                    <a:srgbClr val="99EAFF"/>
                  </a:gs>
                  <a:gs pos="35000">
                    <a:srgbClr val="B8F1FF"/>
                  </a:gs>
                  <a:gs pos="100000">
                    <a:srgbClr val="E2FBFF"/>
                  </a:gs>
                </a:gsLst>
                <a:lin ang="16200000" scaled="0"/>
              </a:gra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a:lnSpc>
                    <a:spcPct val="115000"/>
                  </a:lnSpc>
                  <a:spcAft>
                    <a:spcPts val="1000"/>
                  </a:spcAft>
                </a:pPr>
                <a:r>
                  <a:rPr lang="en-IN" sz="1100">
                    <a:effectLst/>
                    <a:latin typeface="Calibri" panose="020F0502020204030204" pitchFamily="34" charset="0"/>
                    <a:ea typeface="Calibri" panose="020F0502020204030204" pitchFamily="34" charset="0"/>
                  </a:rPr>
                  <a:t> </a:t>
                </a:r>
              </a:p>
            </p:txBody>
          </p:sp>
          <p:sp>
            <p:nvSpPr>
              <p:cNvPr id="21" name="Text Box 17">
                <a:extLst>
                  <a:ext uri="{FF2B5EF4-FFF2-40B4-BE49-F238E27FC236}">
                    <a16:creationId xmlns:a16="http://schemas.microsoft.com/office/drawing/2014/main" id="{A0D8A70A-C7F1-F317-8564-8D1C3290F00A}"/>
                  </a:ext>
                </a:extLst>
              </p:cNvPr>
              <p:cNvSpPr txBox="1"/>
              <p:nvPr/>
            </p:nvSpPr>
            <p:spPr>
              <a:xfrm>
                <a:off x="735043" y="1411878"/>
                <a:ext cx="1254062" cy="313515"/>
              </a:xfrm>
              <a:prstGeom prst="rect">
                <a:avLst/>
              </a:prstGeom>
              <a:noFill/>
              <a:ln>
                <a:noFill/>
              </a:ln>
            </p:spPr>
            <p:txBody>
              <a:bodyPr spcFirstLastPara="1" wrap="square" lIns="41900" tIns="41900" rIns="41900" bIns="41900" anchor="ctr" anchorCtr="0">
                <a:noAutofit/>
              </a:bodyPr>
              <a:lstStyle/>
              <a:p>
                <a:pPr algn="ctr">
                  <a:lnSpc>
                    <a:spcPct val="89000"/>
                  </a:lnSpc>
                  <a:spcAft>
                    <a:spcPts val="1000"/>
                  </a:spcAft>
                </a:pPr>
                <a:r>
                  <a:rPr lang="en-IN" sz="1100">
                    <a:solidFill>
                      <a:srgbClr val="000000"/>
                    </a:solidFill>
                    <a:effectLst/>
                    <a:latin typeface="Arial" panose="020B0604020202020204" pitchFamily="34" charset="0"/>
                    <a:ea typeface="Arial" panose="020B0604020202020204" pitchFamily="34" charset="0"/>
                  </a:rPr>
                  <a:t>Global Declaration</a:t>
                </a:r>
                <a:endParaRPr lang="en-IN" sz="1100">
                  <a:effectLst/>
                  <a:latin typeface="Calibri" panose="020F0502020204030204" pitchFamily="34" charset="0"/>
                  <a:ea typeface="Calibri" panose="020F0502020204030204" pitchFamily="34" charset="0"/>
                </a:endParaRPr>
              </a:p>
            </p:txBody>
          </p:sp>
          <p:sp>
            <p:nvSpPr>
              <p:cNvPr id="22" name="Arrow: Right 21">
                <a:extLst>
                  <a:ext uri="{FF2B5EF4-FFF2-40B4-BE49-F238E27FC236}">
                    <a16:creationId xmlns:a16="http://schemas.microsoft.com/office/drawing/2014/main" id="{996A10B7-DA92-3B9D-4702-FE3FDF155F0A}"/>
                  </a:ext>
                </a:extLst>
              </p:cNvPr>
              <p:cNvSpPr/>
              <p:nvPr/>
            </p:nvSpPr>
            <p:spPr>
              <a:xfrm rot="5400000">
                <a:off x="1303290" y="1733232"/>
                <a:ext cx="117568" cy="141082"/>
              </a:xfrm>
              <a:prstGeom prst="rightArrow">
                <a:avLst>
                  <a:gd name="adj1" fmla="val 60000"/>
                  <a:gd name="adj2" fmla="val 50000"/>
                </a:avLst>
              </a:prstGeom>
              <a:gradFill>
                <a:gsLst>
                  <a:gs pos="0">
                    <a:srgbClr val="99EAFF"/>
                  </a:gs>
                  <a:gs pos="35000">
                    <a:srgbClr val="B8F1FF"/>
                  </a:gs>
                  <a:gs pos="100000">
                    <a:srgbClr val="E2FBFF"/>
                  </a:gs>
                </a:gsLst>
                <a:lin ang="16200000" scaled="0"/>
              </a:gra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a:lnSpc>
                    <a:spcPct val="115000"/>
                  </a:lnSpc>
                  <a:spcAft>
                    <a:spcPts val="1000"/>
                  </a:spcAft>
                </a:pPr>
                <a:r>
                  <a:rPr lang="en-IN" sz="1100">
                    <a:effectLst/>
                    <a:latin typeface="Calibri" panose="020F0502020204030204" pitchFamily="34" charset="0"/>
                    <a:ea typeface="Calibri" panose="020F0502020204030204" pitchFamily="34" charset="0"/>
                  </a:rPr>
                  <a:t> </a:t>
                </a:r>
              </a:p>
            </p:txBody>
          </p:sp>
          <p:sp>
            <p:nvSpPr>
              <p:cNvPr id="23" name="Text Box 19">
                <a:extLst>
                  <a:ext uri="{FF2B5EF4-FFF2-40B4-BE49-F238E27FC236}">
                    <a16:creationId xmlns:a16="http://schemas.microsoft.com/office/drawing/2014/main" id="{8A38193D-8A85-1825-CE57-504005F36880}"/>
                  </a:ext>
                </a:extLst>
              </p:cNvPr>
              <p:cNvSpPr txBox="1"/>
              <p:nvPr/>
            </p:nvSpPr>
            <p:spPr>
              <a:xfrm rot="10800000">
                <a:off x="1303290" y="1733232"/>
                <a:ext cx="117568" cy="141082"/>
              </a:xfrm>
              <a:prstGeom prst="rect">
                <a:avLst/>
              </a:prstGeom>
              <a:noFill/>
              <a:ln>
                <a:noFill/>
              </a:ln>
            </p:spPr>
            <p:txBody>
              <a:bodyPr spcFirstLastPara="1" wrap="square" lIns="0" tIns="0" rIns="0" bIns="0" anchor="ctr" anchorCtr="0">
                <a:noAutofit/>
              </a:bodyPr>
              <a:lstStyle/>
              <a:p>
                <a:pPr algn="ctr">
                  <a:lnSpc>
                    <a:spcPct val="89000"/>
                  </a:lnSpc>
                  <a:spcAft>
                    <a:spcPts val="1000"/>
                  </a:spcAft>
                </a:pPr>
                <a:r>
                  <a:rPr lang="en-IN" sz="1100">
                    <a:effectLst/>
                    <a:latin typeface="Calibri" panose="020F0502020204030204" pitchFamily="34" charset="0"/>
                    <a:ea typeface="Calibri" panose="020F0502020204030204" pitchFamily="34" charset="0"/>
                  </a:rPr>
                  <a:t> </a:t>
                </a:r>
              </a:p>
            </p:txBody>
          </p:sp>
          <p:sp>
            <p:nvSpPr>
              <p:cNvPr id="24" name="Rectangle: Rounded Corners 23">
                <a:extLst>
                  <a:ext uri="{FF2B5EF4-FFF2-40B4-BE49-F238E27FC236}">
                    <a16:creationId xmlns:a16="http://schemas.microsoft.com/office/drawing/2014/main" id="{D7D5C53B-753A-9574-DE63-13FFA6290FD0}"/>
                  </a:ext>
                </a:extLst>
              </p:cNvPr>
              <p:cNvSpPr/>
              <p:nvPr/>
            </p:nvSpPr>
            <p:spPr>
              <a:xfrm>
                <a:off x="735043" y="1882152"/>
                <a:ext cx="1254062" cy="313515"/>
              </a:xfrm>
              <a:prstGeom prst="roundRect">
                <a:avLst>
                  <a:gd name="adj" fmla="val 10000"/>
                </a:avLst>
              </a:prstGeom>
              <a:gradFill>
                <a:gsLst>
                  <a:gs pos="0">
                    <a:srgbClr val="FFBD80"/>
                  </a:gs>
                  <a:gs pos="35000">
                    <a:srgbClr val="FFCFA8"/>
                  </a:gs>
                  <a:gs pos="100000">
                    <a:srgbClr val="FFEBD9"/>
                  </a:gs>
                </a:gsLst>
                <a:lin ang="16200000" scaled="0"/>
              </a:gra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a:lnSpc>
                    <a:spcPct val="115000"/>
                  </a:lnSpc>
                  <a:spcAft>
                    <a:spcPts val="1000"/>
                  </a:spcAft>
                </a:pPr>
                <a:r>
                  <a:rPr lang="en-IN" sz="1100">
                    <a:effectLst/>
                    <a:latin typeface="Calibri" panose="020F0502020204030204" pitchFamily="34" charset="0"/>
                    <a:ea typeface="Calibri" panose="020F0502020204030204" pitchFamily="34" charset="0"/>
                  </a:rPr>
                  <a:t> </a:t>
                </a:r>
              </a:p>
            </p:txBody>
          </p:sp>
          <p:sp>
            <p:nvSpPr>
              <p:cNvPr id="25" name="Text Box 21">
                <a:extLst>
                  <a:ext uri="{FF2B5EF4-FFF2-40B4-BE49-F238E27FC236}">
                    <a16:creationId xmlns:a16="http://schemas.microsoft.com/office/drawing/2014/main" id="{A4F063BD-3F60-DA7F-C9EF-6FA47D98CA1A}"/>
                  </a:ext>
                </a:extLst>
              </p:cNvPr>
              <p:cNvSpPr txBox="1"/>
              <p:nvPr/>
            </p:nvSpPr>
            <p:spPr>
              <a:xfrm>
                <a:off x="735043" y="1882152"/>
                <a:ext cx="1254062" cy="313515"/>
              </a:xfrm>
              <a:prstGeom prst="rect">
                <a:avLst/>
              </a:prstGeom>
              <a:noFill/>
              <a:ln>
                <a:noFill/>
              </a:ln>
            </p:spPr>
            <p:txBody>
              <a:bodyPr spcFirstLastPara="1" wrap="square" lIns="41900" tIns="41900" rIns="41900" bIns="41900" anchor="ctr" anchorCtr="0">
                <a:noAutofit/>
              </a:bodyPr>
              <a:lstStyle/>
              <a:p>
                <a:pPr algn="ctr">
                  <a:lnSpc>
                    <a:spcPct val="89000"/>
                  </a:lnSpc>
                  <a:spcAft>
                    <a:spcPts val="1000"/>
                  </a:spcAft>
                </a:pPr>
                <a:r>
                  <a:rPr lang="en-IN" sz="1100">
                    <a:solidFill>
                      <a:srgbClr val="000000"/>
                    </a:solidFill>
                    <a:effectLst/>
                    <a:latin typeface="Arial" panose="020B0604020202020204" pitchFamily="34" charset="0"/>
                    <a:ea typeface="Arial" panose="020B0604020202020204" pitchFamily="34" charset="0"/>
                  </a:rPr>
                  <a:t>Main Function</a:t>
                </a:r>
                <a:endParaRPr lang="en-IN" sz="1100">
                  <a:effectLst/>
                  <a:latin typeface="Calibri" panose="020F0502020204030204" pitchFamily="34" charset="0"/>
                  <a:ea typeface="Calibri" panose="020F0502020204030204" pitchFamily="34" charset="0"/>
                </a:endParaRPr>
              </a:p>
            </p:txBody>
          </p:sp>
          <p:sp>
            <p:nvSpPr>
              <p:cNvPr id="26" name="Arrow: Right 25">
                <a:extLst>
                  <a:ext uri="{FF2B5EF4-FFF2-40B4-BE49-F238E27FC236}">
                    <a16:creationId xmlns:a16="http://schemas.microsoft.com/office/drawing/2014/main" id="{E0C28232-AAA7-BEA7-3F3D-029712B3ADD3}"/>
                  </a:ext>
                </a:extLst>
              </p:cNvPr>
              <p:cNvSpPr/>
              <p:nvPr/>
            </p:nvSpPr>
            <p:spPr>
              <a:xfrm rot="5400000">
                <a:off x="1303290" y="2203506"/>
                <a:ext cx="117568" cy="141082"/>
              </a:xfrm>
              <a:prstGeom prst="rightArrow">
                <a:avLst>
                  <a:gd name="adj1" fmla="val 60000"/>
                  <a:gd name="adj2" fmla="val 50000"/>
                </a:avLst>
              </a:prstGeom>
              <a:gradFill>
                <a:gsLst>
                  <a:gs pos="0">
                    <a:srgbClr val="FFBD80"/>
                  </a:gs>
                  <a:gs pos="35000">
                    <a:srgbClr val="FFCFA8"/>
                  </a:gs>
                  <a:gs pos="100000">
                    <a:srgbClr val="FFEBD9"/>
                  </a:gs>
                </a:gsLst>
                <a:lin ang="16200000" scaled="0"/>
              </a:gra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a:lnSpc>
                    <a:spcPct val="115000"/>
                  </a:lnSpc>
                  <a:spcAft>
                    <a:spcPts val="1000"/>
                  </a:spcAft>
                </a:pPr>
                <a:r>
                  <a:rPr lang="en-IN" sz="1100">
                    <a:effectLst/>
                    <a:latin typeface="Calibri" panose="020F0502020204030204" pitchFamily="34" charset="0"/>
                    <a:ea typeface="Calibri" panose="020F0502020204030204" pitchFamily="34" charset="0"/>
                  </a:rPr>
                  <a:t> </a:t>
                </a:r>
              </a:p>
            </p:txBody>
          </p:sp>
          <p:sp>
            <p:nvSpPr>
              <p:cNvPr id="27" name="Text Box 23">
                <a:extLst>
                  <a:ext uri="{FF2B5EF4-FFF2-40B4-BE49-F238E27FC236}">
                    <a16:creationId xmlns:a16="http://schemas.microsoft.com/office/drawing/2014/main" id="{FB938237-71BA-782D-94CC-3D64C28AF7F9}"/>
                  </a:ext>
                </a:extLst>
              </p:cNvPr>
              <p:cNvSpPr txBox="1"/>
              <p:nvPr/>
            </p:nvSpPr>
            <p:spPr>
              <a:xfrm rot="10800000">
                <a:off x="1303290" y="2203506"/>
                <a:ext cx="117568" cy="141082"/>
              </a:xfrm>
              <a:prstGeom prst="rect">
                <a:avLst/>
              </a:prstGeom>
              <a:noFill/>
              <a:ln>
                <a:noFill/>
              </a:ln>
            </p:spPr>
            <p:txBody>
              <a:bodyPr spcFirstLastPara="1" wrap="square" lIns="0" tIns="0" rIns="0" bIns="0" anchor="ctr" anchorCtr="0">
                <a:noAutofit/>
              </a:bodyPr>
              <a:lstStyle/>
              <a:p>
                <a:pPr algn="ctr">
                  <a:lnSpc>
                    <a:spcPct val="89000"/>
                  </a:lnSpc>
                  <a:spcAft>
                    <a:spcPts val="1000"/>
                  </a:spcAft>
                </a:pPr>
                <a:r>
                  <a:rPr lang="en-IN" sz="1100">
                    <a:effectLst/>
                    <a:latin typeface="Calibri" panose="020F0502020204030204" pitchFamily="34" charset="0"/>
                    <a:ea typeface="Calibri" panose="020F0502020204030204" pitchFamily="34" charset="0"/>
                  </a:rPr>
                  <a:t> </a:t>
                </a:r>
              </a:p>
            </p:txBody>
          </p:sp>
          <p:sp>
            <p:nvSpPr>
              <p:cNvPr id="28" name="Rectangle: Rounded Corners 27">
                <a:extLst>
                  <a:ext uri="{FF2B5EF4-FFF2-40B4-BE49-F238E27FC236}">
                    <a16:creationId xmlns:a16="http://schemas.microsoft.com/office/drawing/2014/main" id="{429B638D-A0AA-835E-D77D-6141F14BCF2A}"/>
                  </a:ext>
                </a:extLst>
              </p:cNvPr>
              <p:cNvSpPr/>
              <p:nvPr/>
            </p:nvSpPr>
            <p:spPr>
              <a:xfrm>
                <a:off x="735043" y="2352426"/>
                <a:ext cx="1254062" cy="313515"/>
              </a:xfrm>
              <a:prstGeom prst="roundRect">
                <a:avLst>
                  <a:gd name="adj" fmla="val 10000"/>
                </a:avLst>
              </a:prstGeom>
              <a:gradFill>
                <a:gsLst>
                  <a:gs pos="0">
                    <a:srgbClr val="FFA09D"/>
                  </a:gs>
                  <a:gs pos="35000">
                    <a:srgbClr val="FFBCBC"/>
                  </a:gs>
                  <a:gs pos="100000">
                    <a:srgbClr val="FFE2E2"/>
                  </a:gs>
                </a:gsLst>
                <a:lin ang="16200000" scaled="0"/>
              </a:grad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a:lnSpc>
                    <a:spcPct val="115000"/>
                  </a:lnSpc>
                  <a:spcAft>
                    <a:spcPts val="1000"/>
                  </a:spcAft>
                </a:pPr>
                <a:r>
                  <a:rPr lang="en-IN" sz="1100">
                    <a:effectLst/>
                    <a:latin typeface="Calibri" panose="020F0502020204030204" pitchFamily="34" charset="0"/>
                    <a:ea typeface="Calibri" panose="020F0502020204030204" pitchFamily="34" charset="0"/>
                  </a:rPr>
                  <a:t> </a:t>
                </a:r>
              </a:p>
            </p:txBody>
          </p:sp>
          <p:sp>
            <p:nvSpPr>
              <p:cNvPr id="29" name="Text Box 25">
                <a:extLst>
                  <a:ext uri="{FF2B5EF4-FFF2-40B4-BE49-F238E27FC236}">
                    <a16:creationId xmlns:a16="http://schemas.microsoft.com/office/drawing/2014/main" id="{16452B34-E4AA-6E05-338B-974474CB5B4C}"/>
                  </a:ext>
                </a:extLst>
              </p:cNvPr>
              <p:cNvSpPr txBox="1"/>
              <p:nvPr/>
            </p:nvSpPr>
            <p:spPr>
              <a:xfrm>
                <a:off x="735043" y="2352426"/>
                <a:ext cx="1254062" cy="313515"/>
              </a:xfrm>
              <a:prstGeom prst="rect">
                <a:avLst/>
              </a:prstGeom>
              <a:noFill/>
              <a:ln>
                <a:noFill/>
              </a:ln>
            </p:spPr>
            <p:txBody>
              <a:bodyPr spcFirstLastPara="1" wrap="square" lIns="41900" tIns="41900" rIns="41900" bIns="41900" anchor="ctr" anchorCtr="0">
                <a:noAutofit/>
              </a:bodyPr>
              <a:lstStyle/>
              <a:p>
                <a:pPr algn="ctr">
                  <a:lnSpc>
                    <a:spcPct val="89000"/>
                  </a:lnSpc>
                  <a:spcAft>
                    <a:spcPts val="1000"/>
                  </a:spcAft>
                </a:pPr>
                <a:r>
                  <a:rPr lang="en-IN" sz="1100">
                    <a:solidFill>
                      <a:srgbClr val="000000"/>
                    </a:solidFill>
                    <a:effectLst/>
                    <a:latin typeface="Arial" panose="020B0604020202020204" pitchFamily="34" charset="0"/>
                    <a:ea typeface="Arial" panose="020B0604020202020204" pitchFamily="34" charset="0"/>
                  </a:rPr>
                  <a:t>Subprogram</a:t>
                </a:r>
                <a:endParaRPr lang="en-IN" sz="1100">
                  <a:effectLst/>
                  <a:latin typeface="Calibri" panose="020F0502020204030204" pitchFamily="34" charset="0"/>
                  <a:ea typeface="Calibri" panose="020F0502020204030204" pitchFamily="34" charset="0"/>
                </a:endParaRPr>
              </a:p>
            </p:txBody>
          </p:sp>
        </p:grpSp>
      </p:grpSp>
    </p:spTree>
    <p:extLst>
      <p:ext uri="{BB962C8B-B14F-4D97-AF65-F5344CB8AC3E}">
        <p14:creationId xmlns:p14="http://schemas.microsoft.com/office/powerpoint/2010/main" val="2696339457"/>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1FD4B-DAF1-AA20-3659-C607EE385879}"/>
              </a:ext>
            </a:extLst>
          </p:cNvPr>
          <p:cNvSpPr>
            <a:spLocks noGrp="1"/>
          </p:cNvSpPr>
          <p:nvPr>
            <p:ph type="title"/>
          </p:nvPr>
        </p:nvSpPr>
        <p:spPr>
          <a:xfrm>
            <a:off x="1097280" y="335666"/>
            <a:ext cx="10058400" cy="1145894"/>
          </a:xfrm>
        </p:spPr>
        <p:txBody>
          <a:bodyPr>
            <a:normAutofit fontScale="90000"/>
          </a:bodyPr>
          <a:lstStyle/>
          <a:p>
            <a:br>
              <a:rPr lang="en-IN" sz="2800" b="1" dirty="0">
                <a:solidFill>
                  <a:schemeClr val="accent2">
                    <a:lumMod val="75000"/>
                  </a:schemeClr>
                </a:solidFill>
                <a:latin typeface="Times New Roman" panose="02020603050405020304" pitchFamily="18" charset="0"/>
                <a:cs typeface="Times New Roman" panose="02020603050405020304" pitchFamily="18" charset="0"/>
              </a:rPr>
            </a:br>
            <a:br>
              <a:rPr lang="en-IN" sz="2800" b="1" dirty="0">
                <a:solidFill>
                  <a:schemeClr val="accent2">
                    <a:lumMod val="75000"/>
                  </a:schemeClr>
                </a:solidFill>
                <a:latin typeface="Times New Roman" panose="02020603050405020304" pitchFamily="18" charset="0"/>
                <a:cs typeface="Times New Roman" panose="02020603050405020304" pitchFamily="18" charset="0"/>
              </a:rPr>
            </a:br>
            <a:br>
              <a:rPr lang="en-IN" sz="2800" b="1" dirty="0">
                <a:solidFill>
                  <a:schemeClr val="accent2">
                    <a:lumMod val="75000"/>
                  </a:schemeClr>
                </a:solidFill>
                <a:latin typeface="Times New Roman" panose="02020603050405020304" pitchFamily="18" charset="0"/>
                <a:cs typeface="Times New Roman" panose="02020603050405020304" pitchFamily="18" charset="0"/>
              </a:rPr>
            </a:br>
            <a:br>
              <a:rPr lang="en-IN" sz="2800" b="1" dirty="0">
                <a:solidFill>
                  <a:schemeClr val="accent2">
                    <a:lumMod val="75000"/>
                  </a:schemeClr>
                </a:solidFill>
                <a:latin typeface="Times New Roman" panose="02020603050405020304" pitchFamily="18" charset="0"/>
                <a:cs typeface="Times New Roman" panose="02020603050405020304" pitchFamily="18" charset="0"/>
              </a:rPr>
            </a:br>
            <a:br>
              <a:rPr lang="en-IN" sz="2800" b="1" dirty="0">
                <a:solidFill>
                  <a:schemeClr val="accent2">
                    <a:lumMod val="75000"/>
                  </a:schemeClr>
                </a:solidFill>
                <a:latin typeface="Times New Roman" panose="02020603050405020304" pitchFamily="18" charset="0"/>
                <a:cs typeface="Times New Roman" panose="02020603050405020304" pitchFamily="18" charset="0"/>
              </a:rPr>
            </a:br>
            <a:r>
              <a:rPr lang="en-IN" sz="3100" b="1" dirty="0">
                <a:solidFill>
                  <a:schemeClr val="accent2">
                    <a:lumMod val="75000"/>
                  </a:schemeClr>
                </a:solidFill>
                <a:latin typeface="Times New Roman" panose="02020603050405020304" pitchFamily="18" charset="0"/>
                <a:cs typeface="Times New Roman" panose="02020603050405020304" pitchFamily="18" charset="0"/>
              </a:rPr>
              <a:t>Documentation Section</a:t>
            </a:r>
            <a:br>
              <a:rPr lang="en-IN" sz="4800" dirty="0">
                <a:solidFill>
                  <a:srgbClr val="000000"/>
                </a:solidFill>
                <a:effectLst/>
                <a:latin typeface="Calibri" panose="020F0502020204030204" pitchFamily="34" charset="0"/>
                <a:ea typeface="Calibri" panose="020F0502020204030204" pitchFamily="34" charset="0"/>
              </a:rPr>
            </a:br>
            <a:endParaRPr lang="en-IN" dirty="0"/>
          </a:p>
        </p:txBody>
      </p:sp>
      <p:sp>
        <p:nvSpPr>
          <p:cNvPr id="3" name="Content Placeholder 2">
            <a:extLst>
              <a:ext uri="{FF2B5EF4-FFF2-40B4-BE49-F238E27FC236}">
                <a16:creationId xmlns:a16="http://schemas.microsoft.com/office/drawing/2014/main" id="{EF468F1B-3055-DC8D-BF69-4E4AFCC93B78}"/>
              </a:ext>
            </a:extLst>
          </p:cNvPr>
          <p:cNvSpPr>
            <a:spLocks noGrp="1"/>
          </p:cNvSpPr>
          <p:nvPr>
            <p:ph idx="1"/>
          </p:nvPr>
        </p:nvSpPr>
        <p:spPr>
          <a:xfrm>
            <a:off x="1097280" y="1794076"/>
            <a:ext cx="10058400" cy="4467828"/>
          </a:xfrm>
        </p:spPr>
        <p:txBody>
          <a:bodyPr>
            <a:normAutofit fontScale="25000" lnSpcReduction="20000"/>
          </a:bodyPr>
          <a:lstStyle/>
          <a:p>
            <a:pPr indent="457200" algn="just">
              <a:lnSpc>
                <a:spcPct val="115000"/>
              </a:lnSpc>
              <a:spcAft>
                <a:spcPts val="1400"/>
              </a:spcAft>
            </a:pPr>
            <a:r>
              <a:rPr lang="en-IN" sz="5600" dirty="0">
                <a:effectLst/>
                <a:latin typeface="Arial" panose="020B0604020202020204" pitchFamily="34" charset="0"/>
                <a:ea typeface="Arial" panose="020B0604020202020204" pitchFamily="34" charset="0"/>
              </a:rPr>
              <a:t>The documentation section is the part of the program where the programmer gives the details associated with the program. He usually gives the name of the program, the details of the author and other details like the time of coding and description. It gives anyone reading the code the overview of the code.</a:t>
            </a:r>
            <a:endParaRPr lang="en-IN" sz="5600" dirty="0">
              <a:latin typeface="Calibri" panose="020F0502020204030204" pitchFamily="34" charset="0"/>
              <a:ea typeface="Arial" panose="020B0604020202020204" pitchFamily="34" charset="0"/>
            </a:endParaRPr>
          </a:p>
          <a:p>
            <a:pPr indent="457200" algn="just">
              <a:lnSpc>
                <a:spcPct val="115000"/>
              </a:lnSpc>
              <a:spcAft>
                <a:spcPts val="1400"/>
              </a:spcAft>
            </a:pPr>
            <a:r>
              <a:rPr lang="en-IN" sz="5600" b="1" dirty="0">
                <a:effectLst/>
                <a:latin typeface="Arial" panose="020B0604020202020204" pitchFamily="34" charset="0"/>
                <a:ea typeface="Arial" panose="020B0604020202020204" pitchFamily="34" charset="0"/>
              </a:rPr>
              <a:t>Example</a:t>
            </a:r>
            <a:endParaRPr lang="en-IN" sz="5600" dirty="0">
              <a:effectLst/>
              <a:latin typeface="Calibri" panose="020F0502020204030204" pitchFamily="34" charset="0"/>
              <a:ea typeface="Calibri" panose="020F0502020204030204" pitchFamily="34" charset="0"/>
            </a:endParaRPr>
          </a:p>
          <a:p>
            <a:pPr indent="457200" algn="just">
              <a:lnSpc>
                <a:spcPct val="115000"/>
              </a:lnSpc>
              <a:spcAft>
                <a:spcPts val="1400"/>
              </a:spcAft>
            </a:pPr>
            <a:r>
              <a:rPr lang="en-IN" sz="5600" dirty="0">
                <a:effectLst/>
                <a:latin typeface="Arial" panose="020B0604020202020204" pitchFamily="34" charset="0"/>
                <a:ea typeface="Arial" panose="020B0604020202020204" pitchFamily="34" charset="0"/>
              </a:rPr>
              <a:t>/**</a:t>
            </a:r>
            <a:endParaRPr lang="en-IN" sz="5600" dirty="0">
              <a:effectLst/>
              <a:latin typeface="Calibri" panose="020F0502020204030204" pitchFamily="34" charset="0"/>
              <a:ea typeface="Calibri" panose="020F0502020204030204" pitchFamily="34" charset="0"/>
            </a:endParaRPr>
          </a:p>
          <a:p>
            <a:pPr indent="457200" algn="just">
              <a:lnSpc>
                <a:spcPct val="115000"/>
              </a:lnSpc>
              <a:spcAft>
                <a:spcPts val="1400"/>
              </a:spcAft>
            </a:pPr>
            <a:r>
              <a:rPr lang="en-IN" sz="5600" dirty="0">
                <a:effectLst/>
                <a:latin typeface="Arial" panose="020B0604020202020204" pitchFamily="34" charset="0"/>
                <a:ea typeface="Arial" panose="020B0604020202020204" pitchFamily="34" charset="0"/>
              </a:rPr>
              <a:t>* File Name: </a:t>
            </a:r>
            <a:r>
              <a:rPr lang="en-IN" sz="5600" dirty="0" err="1">
                <a:effectLst/>
                <a:latin typeface="Arial" panose="020B0604020202020204" pitchFamily="34" charset="0"/>
                <a:ea typeface="Arial" panose="020B0604020202020204" pitchFamily="34" charset="0"/>
              </a:rPr>
              <a:t>Helloworld.c</a:t>
            </a:r>
            <a:endParaRPr lang="en-IN" sz="5600" dirty="0">
              <a:effectLst/>
              <a:latin typeface="Arial" panose="020B0604020202020204" pitchFamily="34" charset="0"/>
              <a:ea typeface="Arial" panose="020B0604020202020204" pitchFamily="34" charset="0"/>
            </a:endParaRPr>
          </a:p>
          <a:p>
            <a:pPr indent="457200" algn="just">
              <a:lnSpc>
                <a:spcPct val="115000"/>
              </a:lnSpc>
              <a:spcAft>
                <a:spcPts val="1400"/>
              </a:spcAft>
            </a:pPr>
            <a:r>
              <a:rPr lang="en-IN" sz="5600" dirty="0">
                <a:effectLst/>
                <a:latin typeface="Arial" panose="020B0604020202020204" pitchFamily="34" charset="0"/>
                <a:ea typeface="Arial" panose="020B0604020202020204" pitchFamily="34" charset="0"/>
              </a:rPr>
              <a:t>* Author: Naik</a:t>
            </a:r>
            <a:endParaRPr lang="en-IN" sz="5600" dirty="0">
              <a:effectLst/>
              <a:latin typeface="Calibri" panose="020F0502020204030204" pitchFamily="34" charset="0"/>
              <a:ea typeface="Calibri" panose="020F0502020204030204" pitchFamily="34" charset="0"/>
            </a:endParaRPr>
          </a:p>
          <a:p>
            <a:pPr indent="457200" algn="just">
              <a:lnSpc>
                <a:spcPct val="115000"/>
              </a:lnSpc>
              <a:spcAft>
                <a:spcPts val="1400"/>
              </a:spcAft>
            </a:pPr>
            <a:r>
              <a:rPr lang="en-IN" sz="5600" dirty="0">
                <a:effectLst/>
                <a:latin typeface="Arial" panose="020B0604020202020204" pitchFamily="34" charset="0"/>
                <a:ea typeface="Arial" panose="020B0604020202020204" pitchFamily="34" charset="0"/>
              </a:rPr>
              <a:t>* Date: 09/08/2019</a:t>
            </a:r>
            <a:endParaRPr lang="en-IN" sz="5600" dirty="0">
              <a:effectLst/>
              <a:latin typeface="Calibri" panose="020F0502020204030204" pitchFamily="34" charset="0"/>
              <a:ea typeface="Calibri" panose="020F0502020204030204" pitchFamily="34" charset="0"/>
            </a:endParaRPr>
          </a:p>
          <a:p>
            <a:pPr indent="457200" algn="just">
              <a:lnSpc>
                <a:spcPct val="115000"/>
              </a:lnSpc>
              <a:spcAft>
                <a:spcPts val="1400"/>
              </a:spcAft>
            </a:pPr>
            <a:r>
              <a:rPr lang="en-IN" sz="5600" dirty="0">
                <a:effectLst/>
                <a:latin typeface="Arial" panose="020B0604020202020204" pitchFamily="34" charset="0"/>
                <a:ea typeface="Arial" panose="020B0604020202020204" pitchFamily="34" charset="0"/>
              </a:rPr>
              <a:t>* Description: a program to display hello world</a:t>
            </a:r>
            <a:endParaRPr lang="en-IN" sz="5600" dirty="0">
              <a:effectLst/>
              <a:latin typeface="Calibri" panose="020F0502020204030204" pitchFamily="34" charset="0"/>
              <a:ea typeface="Calibri" panose="020F0502020204030204" pitchFamily="34" charset="0"/>
            </a:endParaRPr>
          </a:p>
          <a:p>
            <a:pPr indent="457200" algn="just">
              <a:lnSpc>
                <a:spcPct val="115000"/>
              </a:lnSpc>
              <a:spcAft>
                <a:spcPts val="1400"/>
              </a:spcAft>
            </a:pPr>
            <a:r>
              <a:rPr lang="en-IN" sz="5600" dirty="0">
                <a:effectLst/>
                <a:latin typeface="Arial" panose="020B0604020202020204" pitchFamily="34" charset="0"/>
                <a:ea typeface="Arial" panose="020B0604020202020204" pitchFamily="34" charset="0"/>
              </a:rPr>
              <a:t>*/</a:t>
            </a:r>
            <a:endParaRPr lang="en-IN" sz="5600" dirty="0">
              <a:effectLst/>
              <a:latin typeface="Calibri" panose="020F0502020204030204" pitchFamily="34" charset="0"/>
              <a:ea typeface="Calibri" panose="020F0502020204030204" pitchFamily="34" charset="0"/>
            </a:endParaRPr>
          </a:p>
          <a:p>
            <a:endParaRPr lang="en-IN" dirty="0"/>
          </a:p>
        </p:txBody>
      </p:sp>
    </p:spTree>
    <p:extLst>
      <p:ext uri="{BB962C8B-B14F-4D97-AF65-F5344CB8AC3E}">
        <p14:creationId xmlns:p14="http://schemas.microsoft.com/office/powerpoint/2010/main" val="41229113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6737D-0DED-CB07-A702-F89046E662A5}"/>
              </a:ext>
            </a:extLst>
          </p:cNvPr>
          <p:cNvSpPr>
            <a:spLocks noGrp="1"/>
          </p:cNvSpPr>
          <p:nvPr>
            <p:ph type="title"/>
          </p:nvPr>
        </p:nvSpPr>
        <p:spPr>
          <a:xfrm>
            <a:off x="1097280" y="286604"/>
            <a:ext cx="10058400" cy="1252830"/>
          </a:xfrm>
        </p:spPr>
        <p:txBody>
          <a:bodyPr/>
          <a:lstStyle/>
          <a:p>
            <a:r>
              <a:rPr lang="en-IN" sz="2800" b="1" dirty="0">
                <a:solidFill>
                  <a:schemeClr val="accent2">
                    <a:lumMod val="75000"/>
                  </a:schemeClr>
                </a:solidFill>
                <a:latin typeface="Times New Roman" panose="02020603050405020304" pitchFamily="18" charset="0"/>
                <a:cs typeface="Times New Roman" panose="02020603050405020304" pitchFamily="18" charset="0"/>
              </a:rPr>
              <a:t>2. Link Section</a:t>
            </a:r>
            <a:br>
              <a:rPr lang="en-IN" sz="4800" dirty="0">
                <a:solidFill>
                  <a:srgbClr val="000000"/>
                </a:solidFill>
                <a:effectLst/>
                <a:latin typeface="Calibri" panose="020F0502020204030204" pitchFamily="34" charset="0"/>
                <a:ea typeface="Calibri" panose="020F0502020204030204" pitchFamily="34" charset="0"/>
              </a:rPr>
            </a:br>
            <a:endParaRPr lang="en-IN" dirty="0"/>
          </a:p>
        </p:txBody>
      </p:sp>
      <p:sp>
        <p:nvSpPr>
          <p:cNvPr id="3" name="Content Placeholder 2">
            <a:extLst>
              <a:ext uri="{FF2B5EF4-FFF2-40B4-BE49-F238E27FC236}">
                <a16:creationId xmlns:a16="http://schemas.microsoft.com/office/drawing/2014/main" id="{48C02CD2-5909-5CD5-703D-5C4067851E7F}"/>
              </a:ext>
            </a:extLst>
          </p:cNvPr>
          <p:cNvSpPr>
            <a:spLocks noGrp="1"/>
          </p:cNvSpPr>
          <p:nvPr>
            <p:ph idx="1"/>
          </p:nvPr>
        </p:nvSpPr>
        <p:spPr/>
        <p:txBody>
          <a:bodyPr/>
          <a:lstStyle/>
          <a:p>
            <a:pPr algn="just">
              <a:lnSpc>
                <a:spcPct val="115000"/>
              </a:lnSpc>
              <a:spcAft>
                <a:spcPts val="1400"/>
              </a:spcAft>
            </a:pPr>
            <a:r>
              <a:rPr lang="en-IN" sz="1800" dirty="0">
                <a:effectLst/>
                <a:latin typeface="Arial" panose="020B0604020202020204" pitchFamily="34" charset="0"/>
                <a:ea typeface="Arial" panose="020B0604020202020204" pitchFamily="34" charset="0"/>
              </a:rPr>
              <a:t>This part of the code is used to declare all the header files that will be used in the program. This leads to the compiler being told to link the header files to the system libraries.</a:t>
            </a:r>
            <a:endParaRPr lang="en-IN" sz="1800" dirty="0">
              <a:effectLst/>
              <a:latin typeface="Calibri" panose="020F0502020204030204" pitchFamily="34" charset="0"/>
              <a:ea typeface="Calibri" panose="020F0502020204030204" pitchFamily="34" charset="0"/>
            </a:endParaRPr>
          </a:p>
          <a:p>
            <a:pPr indent="457200">
              <a:lnSpc>
                <a:spcPct val="115000"/>
              </a:lnSpc>
              <a:spcAft>
                <a:spcPts val="1000"/>
              </a:spcAft>
            </a:pPr>
            <a:r>
              <a:rPr lang="en-IN" sz="1800" dirty="0">
                <a:effectLst/>
                <a:latin typeface="Arial" panose="020B0604020202020204" pitchFamily="34" charset="0"/>
                <a:ea typeface="Arial" panose="020B0604020202020204" pitchFamily="34" charset="0"/>
              </a:rPr>
              <a:t>Example</a:t>
            </a:r>
            <a:endParaRPr lang="en-IN" sz="1800" dirty="0">
              <a:effectLst/>
              <a:latin typeface="Calibri" panose="020F0502020204030204" pitchFamily="34" charset="0"/>
              <a:ea typeface="Calibri" panose="020F0502020204030204" pitchFamily="34" charset="0"/>
            </a:endParaRPr>
          </a:p>
          <a:p>
            <a:pPr indent="457200">
              <a:lnSpc>
                <a:spcPct val="115000"/>
              </a:lnSpc>
              <a:spcAft>
                <a:spcPts val="1000"/>
              </a:spcAft>
            </a:pPr>
            <a:r>
              <a:rPr lang="en-IN" sz="1800" dirty="0">
                <a:effectLst/>
                <a:latin typeface="Arial" panose="020B0604020202020204" pitchFamily="34" charset="0"/>
                <a:ea typeface="Arial" panose="020B0604020202020204" pitchFamily="34" charset="0"/>
              </a:rPr>
              <a:t>#include&lt;stdio.h&gt;</a:t>
            </a:r>
          </a:p>
          <a:p>
            <a:pPr indent="457200">
              <a:lnSpc>
                <a:spcPct val="115000"/>
              </a:lnSpc>
              <a:spcAft>
                <a:spcPts val="1000"/>
              </a:spcAft>
            </a:pPr>
            <a:r>
              <a:rPr lang="en-IN" sz="1800" dirty="0">
                <a:latin typeface="Arial" panose="020B0604020202020204" pitchFamily="34" charset="0"/>
                <a:ea typeface="Calibri" panose="020F0502020204030204" pitchFamily="34" charset="0"/>
              </a:rPr>
              <a:t>#include &lt;</a:t>
            </a:r>
            <a:r>
              <a:rPr lang="en-IN" sz="1800" dirty="0" err="1">
                <a:latin typeface="Arial" panose="020B0604020202020204" pitchFamily="34" charset="0"/>
                <a:ea typeface="Calibri" panose="020F0502020204030204" pitchFamily="34" charset="0"/>
              </a:rPr>
              <a:t>conio.h</a:t>
            </a:r>
            <a:r>
              <a:rPr lang="en-IN" sz="1800" dirty="0">
                <a:latin typeface="Arial" panose="020B0604020202020204" pitchFamily="34" charset="0"/>
                <a:ea typeface="Calibri" panose="020F0502020204030204" pitchFamily="34" charset="0"/>
              </a:rPr>
              <a:t>&gt;</a:t>
            </a:r>
          </a:p>
          <a:p>
            <a:pPr indent="457200">
              <a:lnSpc>
                <a:spcPct val="115000"/>
              </a:lnSpc>
              <a:spcAft>
                <a:spcPts val="1000"/>
              </a:spcAft>
            </a:pPr>
            <a:r>
              <a:rPr lang="en-IN" sz="1800" dirty="0">
                <a:effectLst/>
                <a:latin typeface="Arial" panose="020B0604020202020204" pitchFamily="34" charset="0"/>
                <a:ea typeface="Calibri" panose="020F0502020204030204" pitchFamily="34" charset="0"/>
              </a:rPr>
              <a:t>#include &lt;</a:t>
            </a:r>
            <a:r>
              <a:rPr lang="en-IN" sz="1800" dirty="0" err="1">
                <a:effectLst/>
                <a:latin typeface="Arial" panose="020B0604020202020204" pitchFamily="34" charset="0"/>
                <a:ea typeface="Calibri" panose="020F0502020204030204" pitchFamily="34" charset="0"/>
              </a:rPr>
              <a:t>math.h</a:t>
            </a:r>
            <a:r>
              <a:rPr lang="en-IN" sz="1800" dirty="0">
                <a:effectLst/>
                <a:latin typeface="Arial" panose="020B0604020202020204" pitchFamily="34" charset="0"/>
                <a:ea typeface="Calibri" panose="020F0502020204030204" pitchFamily="34" charset="0"/>
              </a:rPr>
              <a:t>&gt;</a:t>
            </a:r>
            <a:endParaRPr lang="en-IN" sz="1800" dirty="0">
              <a:effectLst/>
              <a:latin typeface="Calibri" panose="020F0502020204030204" pitchFamily="34" charset="0"/>
              <a:ea typeface="Calibri" panose="020F0502020204030204" pitchFamily="34" charset="0"/>
            </a:endParaRPr>
          </a:p>
          <a:p>
            <a:endParaRPr lang="en-IN" dirty="0"/>
          </a:p>
        </p:txBody>
      </p:sp>
    </p:spTree>
    <p:extLst>
      <p:ext uri="{BB962C8B-B14F-4D97-AF65-F5344CB8AC3E}">
        <p14:creationId xmlns:p14="http://schemas.microsoft.com/office/powerpoint/2010/main" val="907332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C99B4-1BF9-C8DD-0E06-82F66C32BCC0}"/>
              </a:ext>
            </a:extLst>
          </p:cNvPr>
          <p:cNvSpPr>
            <a:spLocks noGrp="1"/>
          </p:cNvSpPr>
          <p:nvPr>
            <p:ph type="title"/>
          </p:nvPr>
        </p:nvSpPr>
        <p:spPr>
          <a:xfrm>
            <a:off x="1097280" y="263527"/>
            <a:ext cx="10058400" cy="1450757"/>
          </a:xfrm>
        </p:spPr>
        <p:txBody>
          <a:bodyPr/>
          <a:lstStyle/>
          <a:p>
            <a:r>
              <a:rPr lang="en-IN" sz="2800" b="1" dirty="0">
                <a:solidFill>
                  <a:schemeClr val="accent2">
                    <a:lumMod val="75000"/>
                  </a:schemeClr>
                </a:solidFill>
                <a:latin typeface="Times New Roman" panose="02020603050405020304" pitchFamily="18" charset="0"/>
                <a:cs typeface="Times New Roman" panose="02020603050405020304" pitchFamily="18" charset="0"/>
              </a:rPr>
              <a:t>Definition Section</a:t>
            </a:r>
            <a:br>
              <a:rPr lang="en-IN" sz="4800" dirty="0">
                <a:solidFill>
                  <a:srgbClr val="000000"/>
                </a:solidFill>
                <a:effectLst/>
                <a:latin typeface="Calibri" panose="020F0502020204030204" pitchFamily="34" charset="0"/>
                <a:ea typeface="Calibri" panose="020F0502020204030204" pitchFamily="34" charset="0"/>
              </a:rPr>
            </a:br>
            <a:endParaRPr lang="en-IN" dirty="0"/>
          </a:p>
        </p:txBody>
      </p:sp>
      <p:sp>
        <p:nvSpPr>
          <p:cNvPr id="3" name="Content Placeholder 2">
            <a:extLst>
              <a:ext uri="{FF2B5EF4-FFF2-40B4-BE49-F238E27FC236}">
                <a16:creationId xmlns:a16="http://schemas.microsoft.com/office/drawing/2014/main" id="{559BA71E-5E8F-39BC-232B-AA5DAE4FF689}"/>
              </a:ext>
            </a:extLst>
          </p:cNvPr>
          <p:cNvSpPr>
            <a:spLocks noGrp="1"/>
          </p:cNvSpPr>
          <p:nvPr>
            <p:ph idx="1"/>
          </p:nvPr>
        </p:nvSpPr>
        <p:spPr/>
        <p:txBody>
          <a:bodyPr/>
          <a:lstStyle/>
          <a:p>
            <a:pPr indent="457200">
              <a:lnSpc>
                <a:spcPct val="115000"/>
              </a:lnSpc>
              <a:spcAft>
                <a:spcPts val="1000"/>
              </a:spcAft>
            </a:pPr>
            <a:r>
              <a:rPr lang="en-IN" sz="1800" dirty="0">
                <a:effectLst/>
                <a:latin typeface="Arial" panose="020B0604020202020204" pitchFamily="34" charset="0"/>
                <a:ea typeface="Arial" panose="020B0604020202020204" pitchFamily="34" charset="0"/>
              </a:rPr>
              <a:t>In this section, we define different constants. The keyword define is used in this part.</a:t>
            </a:r>
            <a:endParaRPr lang="en-IN" sz="1800" dirty="0">
              <a:effectLst/>
              <a:latin typeface="Calibri" panose="020F0502020204030204" pitchFamily="34" charset="0"/>
              <a:ea typeface="Calibri" panose="020F0502020204030204" pitchFamily="34" charset="0"/>
            </a:endParaRPr>
          </a:p>
          <a:p>
            <a:pPr indent="457200">
              <a:lnSpc>
                <a:spcPct val="115000"/>
              </a:lnSpc>
              <a:spcAft>
                <a:spcPts val="1000"/>
              </a:spcAft>
            </a:pPr>
            <a:r>
              <a:rPr lang="en-IN" sz="1800" dirty="0">
                <a:effectLst/>
                <a:latin typeface="Arial" panose="020B0604020202020204" pitchFamily="34" charset="0"/>
                <a:ea typeface="Arial" panose="020B0604020202020204" pitchFamily="34" charset="0"/>
              </a:rPr>
              <a:t>	#define PI=3.14</a:t>
            </a:r>
            <a:endParaRPr lang="en-IN" sz="1800" dirty="0">
              <a:effectLst/>
              <a:latin typeface="Calibri" panose="020F0502020204030204" pitchFamily="34" charset="0"/>
              <a:ea typeface="Calibri" panose="020F0502020204030204" pitchFamily="34" charset="0"/>
            </a:endParaRPr>
          </a:p>
          <a:p>
            <a:endParaRPr lang="en-IN" dirty="0"/>
          </a:p>
        </p:txBody>
      </p:sp>
    </p:spTree>
    <p:extLst>
      <p:ext uri="{BB962C8B-B14F-4D97-AF65-F5344CB8AC3E}">
        <p14:creationId xmlns:p14="http://schemas.microsoft.com/office/powerpoint/2010/main" val="2601773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DD88B-59F7-4902-125E-D65EC3884B6A}"/>
              </a:ext>
            </a:extLst>
          </p:cNvPr>
          <p:cNvSpPr>
            <a:spLocks noGrp="1"/>
          </p:cNvSpPr>
          <p:nvPr>
            <p:ph type="title"/>
          </p:nvPr>
        </p:nvSpPr>
        <p:spPr>
          <a:xfrm>
            <a:off x="1277074" y="394977"/>
            <a:ext cx="10058400" cy="1450757"/>
          </a:xfrm>
        </p:spPr>
        <p:txBody>
          <a:bodyPr/>
          <a:lstStyle/>
          <a:p>
            <a:r>
              <a:rPr lang="en-IN" sz="2800" b="1" dirty="0">
                <a:solidFill>
                  <a:schemeClr val="accent2">
                    <a:lumMod val="75000"/>
                  </a:schemeClr>
                </a:solidFill>
                <a:effectLst/>
                <a:latin typeface="Arial" panose="020B0604020202020204" pitchFamily="34" charset="0"/>
                <a:ea typeface="Arial" panose="020B0604020202020204" pitchFamily="34" charset="0"/>
              </a:rPr>
              <a:t>Global Declaration Section</a:t>
            </a:r>
            <a:br>
              <a:rPr lang="en-IN" sz="4800" dirty="0">
                <a:solidFill>
                  <a:srgbClr val="000000"/>
                </a:solidFill>
                <a:effectLst/>
                <a:latin typeface="Calibri" panose="020F0502020204030204" pitchFamily="34" charset="0"/>
                <a:ea typeface="Calibri" panose="020F0502020204030204" pitchFamily="34" charset="0"/>
              </a:rPr>
            </a:br>
            <a:endParaRPr lang="en-IN" dirty="0"/>
          </a:p>
        </p:txBody>
      </p:sp>
      <p:sp>
        <p:nvSpPr>
          <p:cNvPr id="3" name="Content Placeholder 2">
            <a:extLst>
              <a:ext uri="{FF2B5EF4-FFF2-40B4-BE49-F238E27FC236}">
                <a16:creationId xmlns:a16="http://schemas.microsoft.com/office/drawing/2014/main" id="{D01100DF-4A42-6E4A-321D-4E713776BD72}"/>
              </a:ext>
            </a:extLst>
          </p:cNvPr>
          <p:cNvSpPr>
            <a:spLocks noGrp="1"/>
          </p:cNvSpPr>
          <p:nvPr>
            <p:ph idx="1"/>
          </p:nvPr>
        </p:nvSpPr>
        <p:spPr/>
        <p:txBody>
          <a:bodyPr/>
          <a:lstStyle/>
          <a:p>
            <a:pPr indent="457200">
              <a:lnSpc>
                <a:spcPct val="115000"/>
              </a:lnSpc>
              <a:spcAft>
                <a:spcPts val="1000"/>
              </a:spcAft>
            </a:pPr>
            <a:r>
              <a:rPr lang="en-IN" sz="1800" dirty="0">
                <a:effectLst/>
                <a:latin typeface="Arial" panose="020B0604020202020204" pitchFamily="34" charset="0"/>
                <a:ea typeface="Arial" panose="020B0604020202020204" pitchFamily="34" charset="0"/>
              </a:rPr>
              <a:t>This part of the code is the part where the global variables are declared. All the global variable used are declared in this part. The user-defined functions are also declared in this part of the code.</a:t>
            </a:r>
            <a:endParaRPr lang="en-IN" sz="1800" dirty="0">
              <a:effectLst/>
              <a:latin typeface="Calibri" panose="020F0502020204030204" pitchFamily="34" charset="0"/>
              <a:ea typeface="Calibri" panose="020F0502020204030204" pitchFamily="34" charset="0"/>
            </a:endParaRPr>
          </a:p>
          <a:p>
            <a:pPr indent="457200">
              <a:lnSpc>
                <a:spcPct val="115000"/>
              </a:lnSpc>
              <a:spcAft>
                <a:spcPts val="1000"/>
              </a:spcAft>
            </a:pPr>
            <a:r>
              <a:rPr lang="en-IN" sz="1800" dirty="0">
                <a:effectLst/>
                <a:latin typeface="Arial" panose="020B0604020202020204" pitchFamily="34" charset="0"/>
                <a:ea typeface="Arial" panose="020B0604020202020204" pitchFamily="34" charset="0"/>
              </a:rPr>
              <a:t>	float area(float r);</a:t>
            </a:r>
            <a:endParaRPr lang="en-IN" sz="1800" dirty="0">
              <a:effectLst/>
              <a:latin typeface="Calibri" panose="020F0502020204030204" pitchFamily="34" charset="0"/>
              <a:ea typeface="Calibri" panose="020F0502020204030204" pitchFamily="34" charset="0"/>
            </a:endParaRPr>
          </a:p>
          <a:p>
            <a:pPr marL="457200" indent="457200">
              <a:lnSpc>
                <a:spcPct val="115000"/>
              </a:lnSpc>
              <a:spcAft>
                <a:spcPts val="1000"/>
              </a:spcAft>
            </a:pPr>
            <a:r>
              <a:rPr lang="en-IN" sz="1800" dirty="0">
                <a:effectLst/>
                <a:latin typeface="Arial" panose="020B0604020202020204" pitchFamily="34" charset="0"/>
                <a:ea typeface="Arial" panose="020B0604020202020204" pitchFamily="34" charset="0"/>
              </a:rPr>
              <a:t>int a=7;</a:t>
            </a:r>
            <a:endParaRPr lang="en-IN" sz="1800" dirty="0">
              <a:effectLst/>
              <a:latin typeface="Calibri" panose="020F0502020204030204" pitchFamily="34" charset="0"/>
              <a:ea typeface="Calibri" panose="020F0502020204030204" pitchFamily="34" charset="0"/>
            </a:endParaRPr>
          </a:p>
          <a:p>
            <a:endParaRPr lang="en-IN" dirty="0"/>
          </a:p>
        </p:txBody>
      </p:sp>
    </p:spTree>
    <p:extLst>
      <p:ext uri="{BB962C8B-B14F-4D97-AF65-F5344CB8AC3E}">
        <p14:creationId xmlns:p14="http://schemas.microsoft.com/office/powerpoint/2010/main" val="2694123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7515B-5F90-D184-AA8E-A7DEB1928A6C}"/>
              </a:ext>
            </a:extLst>
          </p:cNvPr>
          <p:cNvSpPr>
            <a:spLocks noGrp="1"/>
          </p:cNvSpPr>
          <p:nvPr>
            <p:ph type="title"/>
          </p:nvPr>
        </p:nvSpPr>
        <p:spPr/>
        <p:txBody>
          <a:bodyPr/>
          <a:lstStyle/>
          <a:p>
            <a:r>
              <a:rPr lang="en-IN" sz="2800" b="1" dirty="0">
                <a:solidFill>
                  <a:schemeClr val="accent2">
                    <a:lumMod val="75000"/>
                  </a:schemeClr>
                </a:solidFill>
                <a:latin typeface="Times New Roman" panose="02020603050405020304" pitchFamily="18" charset="0"/>
                <a:cs typeface="Times New Roman" panose="02020603050405020304" pitchFamily="18" charset="0"/>
              </a:rPr>
              <a:t>Main Function Section</a:t>
            </a:r>
            <a:br>
              <a:rPr lang="en-IN" sz="4800" dirty="0">
                <a:solidFill>
                  <a:srgbClr val="000000"/>
                </a:solidFill>
                <a:effectLst/>
                <a:latin typeface="Calibri" panose="020F0502020204030204" pitchFamily="34" charset="0"/>
                <a:ea typeface="Calibri" panose="020F0502020204030204" pitchFamily="34" charset="0"/>
              </a:rPr>
            </a:br>
            <a:endParaRPr lang="en-IN" dirty="0"/>
          </a:p>
        </p:txBody>
      </p:sp>
      <p:sp>
        <p:nvSpPr>
          <p:cNvPr id="3" name="Content Placeholder 2">
            <a:extLst>
              <a:ext uri="{FF2B5EF4-FFF2-40B4-BE49-F238E27FC236}">
                <a16:creationId xmlns:a16="http://schemas.microsoft.com/office/drawing/2014/main" id="{B7232F30-2059-D864-EF6C-9A9E7B456261}"/>
              </a:ext>
            </a:extLst>
          </p:cNvPr>
          <p:cNvSpPr>
            <a:spLocks noGrp="1"/>
          </p:cNvSpPr>
          <p:nvPr>
            <p:ph idx="1"/>
          </p:nvPr>
        </p:nvSpPr>
        <p:spPr/>
        <p:txBody>
          <a:bodyPr>
            <a:normAutofit fontScale="92500" lnSpcReduction="20000"/>
          </a:bodyPr>
          <a:lstStyle/>
          <a:p>
            <a:pPr indent="457200">
              <a:lnSpc>
                <a:spcPct val="115000"/>
              </a:lnSpc>
              <a:spcAft>
                <a:spcPts val="1000"/>
              </a:spcAft>
            </a:pPr>
            <a:r>
              <a:rPr lang="en-IN" sz="1800" dirty="0">
                <a:effectLst/>
                <a:latin typeface="Arial" panose="020B0604020202020204" pitchFamily="34" charset="0"/>
                <a:ea typeface="Arial" panose="020B0604020202020204" pitchFamily="34" charset="0"/>
              </a:rPr>
              <a:t>Every C-programs needs to have the main function. Each main function contains 2 parts. A declaration part and an Execution part. The declaration part is the part where all the variables are declared. The execution part begins with the curly brackets and ends with the curly close bracket. Both the declaration and execution part are inside the curly braces.</a:t>
            </a:r>
            <a:endParaRPr lang="en-IN" sz="1800" dirty="0">
              <a:effectLst/>
              <a:latin typeface="Calibri" panose="020F0502020204030204" pitchFamily="34" charset="0"/>
              <a:ea typeface="Calibri" panose="020F0502020204030204" pitchFamily="34" charset="0"/>
            </a:endParaRPr>
          </a:p>
          <a:p>
            <a:pPr indent="457200">
              <a:lnSpc>
                <a:spcPct val="115000"/>
              </a:lnSpc>
              <a:spcAft>
                <a:spcPts val="1000"/>
              </a:spcAft>
            </a:pPr>
            <a:r>
              <a:rPr lang="en-IN" sz="1800" dirty="0">
                <a:effectLst/>
                <a:latin typeface="Calibri" panose="020F0502020204030204" pitchFamily="34" charset="0"/>
                <a:ea typeface="Calibri" panose="020F0502020204030204" pitchFamily="34" charset="0"/>
              </a:rPr>
              <a:t> </a:t>
            </a:r>
            <a:r>
              <a:rPr lang="en-IN" sz="1800" dirty="0">
                <a:effectLst/>
                <a:latin typeface="Arial" panose="020B0604020202020204" pitchFamily="34" charset="0"/>
                <a:ea typeface="Arial" panose="020B0604020202020204" pitchFamily="34" charset="0"/>
              </a:rPr>
              <a:t>int main(void)</a:t>
            </a:r>
            <a:endParaRPr lang="en-IN" sz="1800" dirty="0">
              <a:effectLst/>
              <a:latin typeface="Calibri" panose="020F0502020204030204" pitchFamily="34" charset="0"/>
              <a:ea typeface="Calibri" panose="020F0502020204030204" pitchFamily="34" charset="0"/>
            </a:endParaRPr>
          </a:p>
          <a:p>
            <a:pPr indent="457200">
              <a:lnSpc>
                <a:spcPct val="115000"/>
              </a:lnSpc>
              <a:spcAft>
                <a:spcPts val="1000"/>
              </a:spcAft>
            </a:pPr>
            <a:r>
              <a:rPr lang="en-IN" sz="1800" dirty="0">
                <a:effectLst/>
                <a:latin typeface="Arial" panose="020B0604020202020204" pitchFamily="34" charset="0"/>
                <a:ea typeface="Arial" panose="020B0604020202020204" pitchFamily="34" charset="0"/>
              </a:rPr>
              <a:t>{</a:t>
            </a:r>
            <a:endParaRPr lang="en-IN" sz="1800" dirty="0">
              <a:effectLst/>
              <a:latin typeface="Calibri" panose="020F0502020204030204" pitchFamily="34" charset="0"/>
              <a:ea typeface="Calibri" panose="020F0502020204030204" pitchFamily="34" charset="0"/>
            </a:endParaRPr>
          </a:p>
          <a:p>
            <a:pPr indent="457200">
              <a:lnSpc>
                <a:spcPct val="115000"/>
              </a:lnSpc>
              <a:spcAft>
                <a:spcPts val="1000"/>
              </a:spcAft>
            </a:pPr>
            <a:r>
              <a:rPr lang="en-IN" sz="1800" dirty="0">
                <a:effectLst/>
                <a:latin typeface="Arial" panose="020B0604020202020204" pitchFamily="34" charset="0"/>
                <a:ea typeface="Arial" panose="020B0604020202020204" pitchFamily="34" charset="0"/>
              </a:rPr>
              <a:t>int a=10;</a:t>
            </a:r>
            <a:endParaRPr lang="en-IN" sz="1800" dirty="0">
              <a:effectLst/>
              <a:latin typeface="Calibri" panose="020F0502020204030204" pitchFamily="34" charset="0"/>
              <a:ea typeface="Calibri" panose="020F0502020204030204" pitchFamily="34" charset="0"/>
            </a:endParaRPr>
          </a:p>
          <a:p>
            <a:pPr indent="457200">
              <a:lnSpc>
                <a:spcPct val="115000"/>
              </a:lnSpc>
              <a:spcAft>
                <a:spcPts val="1000"/>
              </a:spcAft>
            </a:pPr>
            <a:r>
              <a:rPr lang="en-IN" sz="1800" dirty="0" err="1">
                <a:effectLst/>
                <a:latin typeface="Arial" panose="020B0604020202020204" pitchFamily="34" charset="0"/>
                <a:ea typeface="Arial" panose="020B0604020202020204" pitchFamily="34" charset="0"/>
              </a:rPr>
              <a:t>printf</a:t>
            </a:r>
            <a:r>
              <a:rPr lang="en-IN" sz="1800" dirty="0">
                <a:effectLst/>
                <a:latin typeface="Arial" panose="020B0604020202020204" pitchFamily="34" charset="0"/>
                <a:ea typeface="Arial" panose="020B0604020202020204" pitchFamily="34" charset="0"/>
              </a:rPr>
              <a:t>(" %d", a);</a:t>
            </a:r>
            <a:endParaRPr lang="en-IN" sz="1800" dirty="0">
              <a:effectLst/>
              <a:latin typeface="Calibri" panose="020F0502020204030204" pitchFamily="34" charset="0"/>
              <a:ea typeface="Calibri" panose="020F0502020204030204" pitchFamily="34" charset="0"/>
            </a:endParaRPr>
          </a:p>
          <a:p>
            <a:pPr indent="457200">
              <a:lnSpc>
                <a:spcPct val="115000"/>
              </a:lnSpc>
              <a:spcAft>
                <a:spcPts val="1000"/>
              </a:spcAft>
            </a:pPr>
            <a:r>
              <a:rPr lang="en-IN" sz="1800" dirty="0">
                <a:effectLst/>
                <a:latin typeface="Arial" panose="020B0604020202020204" pitchFamily="34" charset="0"/>
                <a:ea typeface="Arial" panose="020B0604020202020204" pitchFamily="34" charset="0"/>
              </a:rPr>
              <a:t>return 0; }</a:t>
            </a:r>
            <a:endParaRPr lang="en-IN" sz="1800" dirty="0">
              <a:effectLst/>
              <a:latin typeface="Calibri" panose="020F0502020204030204" pitchFamily="34" charset="0"/>
              <a:ea typeface="Calibri" panose="020F0502020204030204" pitchFamily="34" charset="0"/>
            </a:endParaRPr>
          </a:p>
          <a:p>
            <a:endParaRPr lang="en-IN" dirty="0"/>
          </a:p>
        </p:txBody>
      </p:sp>
    </p:spTree>
    <p:extLst>
      <p:ext uri="{BB962C8B-B14F-4D97-AF65-F5344CB8AC3E}">
        <p14:creationId xmlns:p14="http://schemas.microsoft.com/office/powerpoint/2010/main" val="602564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0C355-0D6D-4BF2-D661-FF7E6A9C76BD}"/>
              </a:ext>
            </a:extLst>
          </p:cNvPr>
          <p:cNvSpPr>
            <a:spLocks noGrp="1"/>
          </p:cNvSpPr>
          <p:nvPr>
            <p:ph type="title"/>
          </p:nvPr>
        </p:nvSpPr>
        <p:spPr>
          <a:xfrm>
            <a:off x="1097280" y="286603"/>
            <a:ext cx="10058400" cy="1414875"/>
          </a:xfrm>
        </p:spPr>
        <p:txBody>
          <a:bodyPr/>
          <a:lstStyle/>
          <a:p>
            <a:r>
              <a:rPr lang="en-IN" sz="2800" b="1" dirty="0">
                <a:solidFill>
                  <a:schemeClr val="accent2">
                    <a:lumMod val="75000"/>
                  </a:schemeClr>
                </a:solidFill>
                <a:effectLst/>
                <a:latin typeface="Arial" panose="020B0604020202020204" pitchFamily="34" charset="0"/>
                <a:ea typeface="Arial" panose="020B0604020202020204" pitchFamily="34" charset="0"/>
              </a:rPr>
              <a:t>Sub Program Section</a:t>
            </a:r>
            <a:br>
              <a:rPr lang="en-IN" sz="4800" dirty="0">
                <a:solidFill>
                  <a:srgbClr val="000000"/>
                </a:solidFill>
                <a:effectLst/>
                <a:latin typeface="Calibri" panose="020F0502020204030204" pitchFamily="34" charset="0"/>
                <a:ea typeface="Calibri" panose="020F0502020204030204" pitchFamily="34" charset="0"/>
              </a:rPr>
            </a:br>
            <a:endParaRPr lang="en-IN" dirty="0"/>
          </a:p>
        </p:txBody>
      </p:sp>
      <p:sp>
        <p:nvSpPr>
          <p:cNvPr id="3" name="Content Placeholder 2">
            <a:extLst>
              <a:ext uri="{FF2B5EF4-FFF2-40B4-BE49-F238E27FC236}">
                <a16:creationId xmlns:a16="http://schemas.microsoft.com/office/drawing/2014/main" id="{A7169E7D-AF3A-8E21-9989-861813468254}"/>
              </a:ext>
            </a:extLst>
          </p:cNvPr>
          <p:cNvSpPr>
            <a:spLocks noGrp="1"/>
          </p:cNvSpPr>
          <p:nvPr>
            <p:ph idx="1"/>
          </p:nvPr>
        </p:nvSpPr>
        <p:spPr/>
        <p:txBody>
          <a:bodyPr/>
          <a:lstStyle/>
          <a:p>
            <a:pPr indent="0">
              <a:lnSpc>
                <a:spcPct val="115000"/>
              </a:lnSpc>
              <a:spcAft>
                <a:spcPts val="1000"/>
              </a:spcAft>
              <a:buNone/>
            </a:pPr>
            <a:r>
              <a:rPr lang="en-IN" sz="1800" dirty="0">
                <a:effectLst/>
                <a:latin typeface="Arial" panose="020B0604020202020204" pitchFamily="34" charset="0"/>
                <a:ea typeface="Arial" panose="020B0604020202020204" pitchFamily="34" charset="0"/>
              </a:rPr>
              <a:t>All the user-defined functions are defined </a:t>
            </a:r>
          </a:p>
          <a:p>
            <a:pPr indent="0">
              <a:lnSpc>
                <a:spcPct val="115000"/>
              </a:lnSpc>
              <a:spcAft>
                <a:spcPts val="1000"/>
              </a:spcAft>
              <a:buNone/>
            </a:pPr>
            <a:r>
              <a:rPr lang="en-IN" sz="1800" dirty="0">
                <a:effectLst/>
                <a:latin typeface="Arial" panose="020B0604020202020204" pitchFamily="34" charset="0"/>
                <a:ea typeface="Arial" panose="020B0604020202020204" pitchFamily="34" charset="0"/>
              </a:rPr>
              <a:t>in this section of the program.</a:t>
            </a:r>
            <a:endParaRPr lang="en-IN" sz="1800" dirty="0">
              <a:effectLst/>
              <a:latin typeface="Calibri" panose="020F0502020204030204" pitchFamily="34" charset="0"/>
              <a:ea typeface="Calibri" panose="020F0502020204030204" pitchFamily="34" charset="0"/>
            </a:endParaRPr>
          </a:p>
          <a:p>
            <a:pPr indent="457200">
              <a:lnSpc>
                <a:spcPct val="115000"/>
              </a:lnSpc>
              <a:spcAft>
                <a:spcPts val="1000"/>
              </a:spcAft>
            </a:pPr>
            <a:r>
              <a:rPr lang="en-IN" sz="1800" dirty="0">
                <a:effectLst/>
                <a:latin typeface="Arial" panose="020B0604020202020204" pitchFamily="34" charset="0"/>
                <a:ea typeface="Arial" panose="020B0604020202020204" pitchFamily="34" charset="0"/>
              </a:rPr>
              <a:t>	int add(int a, int b)</a:t>
            </a:r>
            <a:endParaRPr lang="en-IN" sz="1800" dirty="0">
              <a:effectLst/>
              <a:latin typeface="Calibri" panose="020F0502020204030204" pitchFamily="34" charset="0"/>
              <a:ea typeface="Calibri" panose="020F0502020204030204" pitchFamily="34" charset="0"/>
            </a:endParaRPr>
          </a:p>
          <a:p>
            <a:pPr marL="457200" indent="457200">
              <a:lnSpc>
                <a:spcPct val="115000"/>
              </a:lnSpc>
              <a:spcAft>
                <a:spcPts val="1000"/>
              </a:spcAft>
            </a:pPr>
            <a:r>
              <a:rPr lang="en-IN" sz="1800" dirty="0">
                <a:effectLst/>
                <a:latin typeface="Arial" panose="020B0604020202020204" pitchFamily="34" charset="0"/>
                <a:ea typeface="Arial" panose="020B0604020202020204" pitchFamily="34" charset="0"/>
              </a:rPr>
              <a:t>{</a:t>
            </a:r>
            <a:endParaRPr lang="en-IN" sz="1800" dirty="0">
              <a:effectLst/>
              <a:latin typeface="Calibri" panose="020F0502020204030204" pitchFamily="34" charset="0"/>
              <a:ea typeface="Calibri" panose="020F0502020204030204" pitchFamily="34" charset="0"/>
            </a:endParaRPr>
          </a:p>
          <a:p>
            <a:r>
              <a:rPr lang="en-IN" dirty="0">
                <a:effectLst/>
                <a:latin typeface="Arial" panose="020B0604020202020204" pitchFamily="34" charset="0"/>
                <a:ea typeface="Arial" panose="020B0604020202020204" pitchFamily="34" charset="0"/>
              </a:rPr>
              <a:t>                 return </a:t>
            </a:r>
            <a:r>
              <a:rPr lang="en-IN" dirty="0" err="1">
                <a:effectLst/>
                <a:latin typeface="Arial" panose="020B0604020202020204" pitchFamily="34" charset="0"/>
                <a:ea typeface="Arial" panose="020B0604020202020204" pitchFamily="34" charset="0"/>
              </a:rPr>
              <a:t>a+b</a:t>
            </a:r>
            <a:r>
              <a:rPr lang="en-IN" dirty="0">
                <a:effectLst/>
                <a:latin typeface="Arial" panose="020B0604020202020204" pitchFamily="34" charset="0"/>
                <a:ea typeface="Arial" panose="020B0604020202020204" pitchFamily="34" charset="0"/>
              </a:rPr>
              <a:t>;</a:t>
            </a:r>
          </a:p>
          <a:p>
            <a:r>
              <a:rPr lang="en-IN" sz="1800" dirty="0">
                <a:latin typeface="Arial" panose="020B0604020202020204" pitchFamily="34" charset="0"/>
              </a:rPr>
              <a:t>             }</a:t>
            </a:r>
            <a:endParaRPr lang="en-IN" dirty="0"/>
          </a:p>
        </p:txBody>
      </p:sp>
      <p:pic>
        <p:nvPicPr>
          <p:cNvPr id="7" name="image3.png">
            <a:extLst>
              <a:ext uri="{FF2B5EF4-FFF2-40B4-BE49-F238E27FC236}">
                <a16:creationId xmlns:a16="http://schemas.microsoft.com/office/drawing/2014/main" id="{7F1135DB-1B02-6F50-6263-A1854C7090D6}"/>
              </a:ext>
            </a:extLst>
          </p:cNvPr>
          <p:cNvPicPr/>
          <p:nvPr/>
        </p:nvPicPr>
        <p:blipFill>
          <a:blip r:embed="rId2"/>
          <a:srcRect l="20032" t="23718" r="20352" b="26709"/>
          <a:stretch>
            <a:fillRect/>
          </a:stretch>
        </p:blipFill>
        <p:spPr>
          <a:xfrm>
            <a:off x="5555848" y="1845734"/>
            <a:ext cx="5868365" cy="4381446"/>
          </a:xfrm>
          <a:prstGeom prst="rect">
            <a:avLst/>
          </a:prstGeom>
          <a:ln w="28575">
            <a:solidFill>
              <a:srgbClr val="000000"/>
            </a:solidFill>
            <a:prstDash val="solid"/>
          </a:ln>
        </p:spPr>
      </p:pic>
    </p:spTree>
    <p:extLst>
      <p:ext uri="{BB962C8B-B14F-4D97-AF65-F5344CB8AC3E}">
        <p14:creationId xmlns:p14="http://schemas.microsoft.com/office/powerpoint/2010/main" val="3223950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381DD-75F7-CF55-591C-087FA91C8D4A}"/>
              </a:ext>
            </a:extLst>
          </p:cNvPr>
          <p:cNvSpPr>
            <a:spLocks noGrp="1"/>
          </p:cNvSpPr>
          <p:nvPr>
            <p:ph type="title"/>
          </p:nvPr>
        </p:nvSpPr>
        <p:spPr/>
        <p:txBody>
          <a:bodyPr/>
          <a:lstStyle/>
          <a:p>
            <a:r>
              <a:rPr lang="en-IN" sz="2800" b="1" dirty="0">
                <a:solidFill>
                  <a:schemeClr val="accent2">
                    <a:lumMod val="75000"/>
                  </a:schemeClr>
                </a:solidFill>
                <a:effectLst/>
                <a:latin typeface="Arial" panose="020B0604020202020204" pitchFamily="34" charset="0"/>
                <a:ea typeface="Arial" panose="020B0604020202020204" pitchFamily="34" charset="0"/>
              </a:rPr>
              <a:t>C ADVANTAGES </a:t>
            </a:r>
            <a:br>
              <a:rPr lang="en-IN" sz="1800" dirty="0">
                <a:solidFill>
                  <a:srgbClr val="000000"/>
                </a:solidFill>
                <a:effectLst/>
                <a:latin typeface="Calibri" panose="020F0502020204030204" pitchFamily="34" charset="0"/>
                <a:ea typeface="Calibri" panose="020F0502020204030204" pitchFamily="34" charset="0"/>
              </a:rPr>
            </a:br>
            <a:endParaRPr lang="en-IN" dirty="0"/>
          </a:p>
        </p:txBody>
      </p:sp>
      <p:sp>
        <p:nvSpPr>
          <p:cNvPr id="3" name="Content Placeholder 2">
            <a:extLst>
              <a:ext uri="{FF2B5EF4-FFF2-40B4-BE49-F238E27FC236}">
                <a16:creationId xmlns:a16="http://schemas.microsoft.com/office/drawing/2014/main" id="{2F461B66-7289-D52A-7E84-1904760DDE8B}"/>
              </a:ext>
            </a:extLst>
          </p:cNvPr>
          <p:cNvSpPr>
            <a:spLocks noGrp="1"/>
          </p:cNvSpPr>
          <p:nvPr>
            <p:ph idx="1"/>
          </p:nvPr>
        </p:nvSpPr>
        <p:spPr>
          <a:xfrm>
            <a:off x="173620" y="1845733"/>
            <a:ext cx="11887200" cy="4230975"/>
          </a:xfrm>
        </p:spPr>
        <p:txBody>
          <a:bodyPr>
            <a:normAutofit fontScale="25000" lnSpcReduction="20000"/>
          </a:bodyPr>
          <a:lstStyle/>
          <a:p>
            <a:pPr marL="342900" lvl="0" indent="-342900">
              <a:lnSpc>
                <a:spcPct val="115000"/>
              </a:lnSpc>
              <a:spcBef>
                <a:spcPts val="1000"/>
              </a:spcBef>
              <a:spcAft>
                <a:spcPts val="840"/>
              </a:spcAft>
              <a:buFont typeface="Arial" panose="020B0604020202020204" pitchFamily="34" charset="0"/>
              <a:buChar char="⮚"/>
            </a:pPr>
            <a:r>
              <a:rPr lang="en-IN" sz="6400" b="1" dirty="0">
                <a:solidFill>
                  <a:srgbClr val="000000"/>
                </a:solidFill>
                <a:effectLst/>
                <a:latin typeface="Arial" panose="020B0604020202020204" pitchFamily="34" charset="0"/>
                <a:ea typeface="Arial" panose="020B0604020202020204" pitchFamily="34" charset="0"/>
                <a:cs typeface="Noto Sans Symbols"/>
              </a:rPr>
              <a:t>Building block for many other programming languages</a:t>
            </a:r>
            <a:endParaRPr lang="en-IN" sz="6400" b="1" dirty="0">
              <a:solidFill>
                <a:srgbClr val="243F61"/>
              </a:solidFill>
              <a:effectLst/>
              <a:latin typeface="Noto Sans Symbols"/>
              <a:ea typeface="Noto Sans Symbols"/>
              <a:cs typeface="Noto Sans Symbols"/>
            </a:endParaRPr>
          </a:p>
          <a:p>
            <a:pPr>
              <a:lnSpc>
                <a:spcPct val="115000"/>
              </a:lnSpc>
              <a:spcAft>
                <a:spcPts val="1200"/>
              </a:spcAft>
            </a:pPr>
            <a:r>
              <a:rPr lang="en-IN" sz="6400" dirty="0">
                <a:solidFill>
                  <a:srgbClr val="000000"/>
                </a:solidFill>
                <a:effectLst/>
                <a:latin typeface="Arial" panose="020B0604020202020204" pitchFamily="34" charset="0"/>
                <a:ea typeface="Arial" panose="020B0604020202020204" pitchFamily="34" charset="0"/>
              </a:rPr>
              <a:t>C is considered to be the most fundamental language that needs to be studied if you are beginning with any programming language. Many programming languages such as Python, C++, Java, etc are built with the base of the C language.</a:t>
            </a:r>
            <a:endParaRPr lang="en-IN" sz="6400" dirty="0">
              <a:effectLst/>
              <a:latin typeface="Calibri" panose="020F0502020204030204" pitchFamily="34" charset="0"/>
              <a:ea typeface="Calibri" panose="020F0502020204030204" pitchFamily="34" charset="0"/>
            </a:endParaRPr>
          </a:p>
          <a:p>
            <a:pPr marL="342900" lvl="0" indent="-342900">
              <a:lnSpc>
                <a:spcPct val="115000"/>
              </a:lnSpc>
              <a:spcBef>
                <a:spcPts val="1000"/>
              </a:spcBef>
              <a:spcAft>
                <a:spcPts val="840"/>
              </a:spcAft>
              <a:buFont typeface="Arial" panose="020B0604020202020204" pitchFamily="34" charset="0"/>
              <a:buChar char="⮚"/>
            </a:pPr>
            <a:r>
              <a:rPr lang="en-IN" sz="6400" b="1" dirty="0">
                <a:solidFill>
                  <a:srgbClr val="000000"/>
                </a:solidFill>
                <a:effectLst/>
                <a:latin typeface="Arial" panose="020B0604020202020204" pitchFamily="34" charset="0"/>
                <a:ea typeface="Arial" panose="020B0604020202020204" pitchFamily="34" charset="0"/>
                <a:cs typeface="Noto Sans Symbols"/>
              </a:rPr>
              <a:t>Powerful and efficient language</a:t>
            </a:r>
            <a:endParaRPr lang="en-IN" sz="6400" b="1" dirty="0">
              <a:solidFill>
                <a:srgbClr val="243F61"/>
              </a:solidFill>
              <a:effectLst/>
              <a:latin typeface="Noto Sans Symbols"/>
              <a:ea typeface="Noto Sans Symbols"/>
              <a:cs typeface="Noto Sans Symbols"/>
            </a:endParaRPr>
          </a:p>
          <a:p>
            <a:pPr>
              <a:lnSpc>
                <a:spcPct val="115000"/>
              </a:lnSpc>
              <a:spcAft>
                <a:spcPts val="1200"/>
              </a:spcAft>
            </a:pPr>
            <a:r>
              <a:rPr lang="en-IN" sz="6400" dirty="0">
                <a:solidFill>
                  <a:srgbClr val="000000"/>
                </a:solidFill>
                <a:effectLst/>
                <a:latin typeface="Arial" panose="020B0604020202020204" pitchFamily="34" charset="0"/>
                <a:ea typeface="Arial" panose="020B0604020202020204" pitchFamily="34" charset="0"/>
              </a:rPr>
              <a:t>C is a robust language as it contains many data types and operators to give you a vast platform to perform all kinds of operations.</a:t>
            </a:r>
          </a:p>
          <a:p>
            <a:pPr marL="342900" lvl="0" indent="-342900">
              <a:lnSpc>
                <a:spcPct val="115000"/>
              </a:lnSpc>
              <a:spcBef>
                <a:spcPts val="1000"/>
              </a:spcBef>
              <a:spcAft>
                <a:spcPts val="840"/>
              </a:spcAft>
              <a:buFont typeface="Arial" panose="020B0604020202020204" pitchFamily="34" charset="0"/>
              <a:buChar char="⮚"/>
            </a:pPr>
            <a:r>
              <a:rPr lang="en-IN" sz="6400" b="1" dirty="0">
                <a:solidFill>
                  <a:srgbClr val="000000"/>
                </a:solidFill>
                <a:effectLst/>
                <a:latin typeface="Arial" panose="020B0604020202020204" pitchFamily="34" charset="0"/>
                <a:ea typeface="Arial" panose="020B0604020202020204" pitchFamily="34" charset="0"/>
                <a:cs typeface="Noto Sans Symbols"/>
              </a:rPr>
              <a:t>Portable language</a:t>
            </a:r>
            <a:endParaRPr lang="en-IN" sz="6400" b="1" dirty="0">
              <a:solidFill>
                <a:srgbClr val="243F61"/>
              </a:solidFill>
              <a:effectLst/>
              <a:latin typeface="Noto Sans Symbols"/>
              <a:ea typeface="Noto Sans Symbols"/>
              <a:cs typeface="Noto Sans Symbols"/>
            </a:endParaRPr>
          </a:p>
          <a:p>
            <a:pPr>
              <a:lnSpc>
                <a:spcPct val="115000"/>
              </a:lnSpc>
              <a:spcAft>
                <a:spcPts val="1200"/>
              </a:spcAft>
            </a:pPr>
            <a:r>
              <a:rPr lang="en-IN" sz="6400" dirty="0">
                <a:solidFill>
                  <a:srgbClr val="000000"/>
                </a:solidFill>
                <a:effectLst/>
                <a:latin typeface="Arial" panose="020B0604020202020204" pitchFamily="34" charset="0"/>
                <a:ea typeface="Arial" panose="020B0604020202020204" pitchFamily="34" charset="0"/>
              </a:rPr>
              <a:t>C is very flexible, or we can say machine independent that helps you to run your code on any machine without making any change or just a few changes in the code.</a:t>
            </a:r>
            <a:endParaRPr lang="en-IN" sz="6400" dirty="0">
              <a:effectLst/>
              <a:latin typeface="Calibri" panose="020F0502020204030204" pitchFamily="34" charset="0"/>
              <a:ea typeface="Calibri" panose="020F0502020204030204" pitchFamily="34" charset="0"/>
            </a:endParaRPr>
          </a:p>
          <a:p>
            <a:pPr marL="342900" lvl="0" indent="-342900">
              <a:lnSpc>
                <a:spcPct val="115000"/>
              </a:lnSpc>
              <a:spcBef>
                <a:spcPts val="1000"/>
              </a:spcBef>
              <a:spcAft>
                <a:spcPts val="840"/>
              </a:spcAft>
              <a:buFont typeface="Arial" panose="020B0604020202020204" pitchFamily="34" charset="0"/>
              <a:buChar char="⮚"/>
            </a:pPr>
            <a:r>
              <a:rPr lang="en-IN" sz="6400" b="1" dirty="0">
                <a:solidFill>
                  <a:srgbClr val="000000"/>
                </a:solidFill>
                <a:effectLst/>
                <a:latin typeface="Arial" panose="020B0604020202020204" pitchFamily="34" charset="0"/>
                <a:ea typeface="Arial" panose="020B0604020202020204" pitchFamily="34" charset="0"/>
                <a:cs typeface="Noto Sans Symbols"/>
              </a:rPr>
              <a:t>Built-in functions</a:t>
            </a:r>
            <a:endParaRPr lang="en-IN" sz="6400" b="1" dirty="0">
              <a:solidFill>
                <a:srgbClr val="243F61"/>
              </a:solidFill>
              <a:effectLst/>
              <a:latin typeface="Noto Sans Symbols"/>
              <a:ea typeface="Noto Sans Symbols"/>
              <a:cs typeface="Noto Sans Symbols"/>
            </a:endParaRPr>
          </a:p>
          <a:p>
            <a:pPr>
              <a:lnSpc>
                <a:spcPct val="115000"/>
              </a:lnSpc>
              <a:spcAft>
                <a:spcPts val="1200"/>
              </a:spcAft>
            </a:pPr>
            <a:r>
              <a:rPr lang="en-IN" sz="6400" dirty="0">
                <a:solidFill>
                  <a:srgbClr val="000000"/>
                </a:solidFill>
                <a:effectLst/>
                <a:latin typeface="Arial" panose="020B0604020202020204" pitchFamily="34" charset="0"/>
                <a:ea typeface="Arial" panose="020B0604020202020204" pitchFamily="34" charset="0"/>
              </a:rPr>
              <a:t>There are only 32 keywords in ANSI C, having many built-in functions. These functions are helpful when building a program in C.</a:t>
            </a:r>
            <a:endParaRPr lang="en-IN" sz="6400" dirty="0">
              <a:effectLst/>
              <a:latin typeface="Calibri" panose="020F0502020204030204" pitchFamily="34" charset="0"/>
              <a:ea typeface="Calibri" panose="020F0502020204030204" pitchFamily="34" charset="0"/>
            </a:endParaRPr>
          </a:p>
          <a:p>
            <a:endParaRPr lang="en-IN" dirty="0"/>
          </a:p>
        </p:txBody>
      </p:sp>
    </p:spTree>
    <p:extLst>
      <p:ext uri="{BB962C8B-B14F-4D97-AF65-F5344CB8AC3E}">
        <p14:creationId xmlns:p14="http://schemas.microsoft.com/office/powerpoint/2010/main" val="176024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6E812-7E62-18B8-66D1-472DB9AD9A10}"/>
              </a:ext>
            </a:extLst>
          </p:cNvPr>
          <p:cNvSpPr>
            <a:spLocks noGrp="1"/>
          </p:cNvSpPr>
          <p:nvPr>
            <p:ph type="title"/>
          </p:nvPr>
        </p:nvSpPr>
        <p:spPr>
          <a:xfrm>
            <a:off x="1097280" y="286603"/>
            <a:ext cx="10058400" cy="998187"/>
          </a:xfrm>
        </p:spPr>
        <p:txBody>
          <a:bodyPr>
            <a:normAutofit/>
          </a:bodyPr>
          <a:lstStyle/>
          <a:p>
            <a:r>
              <a:rPr lang="en-US" sz="3200" dirty="0">
                <a:solidFill>
                  <a:schemeClr val="accent2">
                    <a:lumMod val="75000"/>
                  </a:schemeClr>
                </a:solidFill>
                <a:latin typeface="Times New Roman" panose="02020603050405020304" pitchFamily="18" charset="0"/>
                <a:cs typeface="Times New Roman" panose="02020603050405020304" pitchFamily="18" charset="0"/>
              </a:rPr>
              <a:t>Conti…</a:t>
            </a:r>
            <a:endParaRPr lang="en-IN" sz="3200"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0004E5F-5887-83B8-1132-A7E1E42D41EF}"/>
              </a:ext>
            </a:extLst>
          </p:cNvPr>
          <p:cNvSpPr>
            <a:spLocks noGrp="1"/>
          </p:cNvSpPr>
          <p:nvPr>
            <p:ph idx="1"/>
          </p:nvPr>
        </p:nvSpPr>
        <p:spPr>
          <a:xfrm>
            <a:off x="601884" y="1845734"/>
            <a:ext cx="11285316" cy="4427744"/>
          </a:xfrm>
        </p:spPr>
        <p:txBody>
          <a:bodyPr>
            <a:normAutofit lnSpcReduction="10000"/>
          </a:bodyPr>
          <a:lstStyle/>
          <a:p>
            <a:pPr marL="342900" lvl="0" indent="-342900">
              <a:lnSpc>
                <a:spcPct val="115000"/>
              </a:lnSpc>
              <a:spcBef>
                <a:spcPts val="1000"/>
              </a:spcBef>
              <a:spcAft>
                <a:spcPts val="840"/>
              </a:spcAft>
              <a:buFont typeface="Arial" panose="020B0604020202020204" pitchFamily="34" charset="0"/>
              <a:buChar char="⮚"/>
            </a:pPr>
            <a:r>
              <a:rPr lang="en-IN" sz="1600" b="1" dirty="0">
                <a:solidFill>
                  <a:srgbClr val="000000"/>
                </a:solidFill>
                <a:effectLst/>
                <a:latin typeface="Arial" panose="020B0604020202020204" pitchFamily="34" charset="0"/>
                <a:ea typeface="Arial" panose="020B0604020202020204" pitchFamily="34" charset="0"/>
                <a:cs typeface="Noto Sans Symbols"/>
              </a:rPr>
              <a:t>Quality to extend itself</a:t>
            </a:r>
            <a:endParaRPr lang="en-IN" sz="1600" b="1" dirty="0">
              <a:solidFill>
                <a:srgbClr val="243F61"/>
              </a:solidFill>
              <a:effectLst/>
              <a:latin typeface="Noto Sans Symbols"/>
              <a:ea typeface="Noto Sans Symbols"/>
              <a:cs typeface="Noto Sans Symbols"/>
            </a:endParaRPr>
          </a:p>
          <a:p>
            <a:pPr>
              <a:lnSpc>
                <a:spcPct val="115000"/>
              </a:lnSpc>
              <a:spcAft>
                <a:spcPts val="1000"/>
              </a:spcAft>
            </a:pPr>
            <a:r>
              <a:rPr lang="en-IN" sz="1600" dirty="0">
                <a:solidFill>
                  <a:srgbClr val="000000"/>
                </a:solidFill>
                <a:effectLst/>
                <a:latin typeface="Arial" panose="020B0604020202020204" pitchFamily="34" charset="0"/>
                <a:ea typeface="Arial" panose="020B0604020202020204" pitchFamily="34" charset="0"/>
              </a:rPr>
              <a:t>Another crucial ability of C is to extend itself. We have already studied that the C language has its own set of </a:t>
            </a:r>
            <a:r>
              <a:rPr lang="en-IN" sz="1600" u="none" strike="noStrike" dirty="0">
                <a:solidFill>
                  <a:srgbClr val="000000"/>
                </a:solidFill>
                <a:effectLst/>
                <a:latin typeface="Arial" panose="020B0604020202020204" pitchFamily="34" charset="0"/>
                <a:ea typeface="Arial" panose="020B0604020202020204" pitchFamily="34" charset="0"/>
                <a:hlinkClick r:id="rId2"/>
              </a:rPr>
              <a:t>functions in the C</a:t>
            </a:r>
            <a:r>
              <a:rPr lang="en-IN" sz="1600" dirty="0">
                <a:solidFill>
                  <a:srgbClr val="000000"/>
                </a:solidFill>
                <a:effectLst/>
                <a:latin typeface="Arial" panose="020B0604020202020204" pitchFamily="34" charset="0"/>
                <a:ea typeface="Arial" panose="020B0604020202020204" pitchFamily="34" charset="0"/>
              </a:rPr>
              <a:t> library. So, it becomes easy to use these functions. We can add our own functions to the C Standard Library and make code simpler.</a:t>
            </a:r>
            <a:endParaRPr lang="en-IN" sz="1600" dirty="0">
              <a:effectLst/>
              <a:latin typeface="Calibri" panose="020F0502020204030204" pitchFamily="34" charset="0"/>
              <a:ea typeface="Calibri" panose="020F0502020204030204" pitchFamily="34" charset="0"/>
            </a:endParaRPr>
          </a:p>
          <a:p>
            <a:pPr marL="342900" lvl="0" indent="-342900">
              <a:lnSpc>
                <a:spcPct val="115000"/>
              </a:lnSpc>
              <a:spcBef>
                <a:spcPts val="1000"/>
              </a:spcBef>
              <a:spcAft>
                <a:spcPts val="840"/>
              </a:spcAft>
              <a:buFont typeface="Arial" panose="020B0604020202020204" pitchFamily="34" charset="0"/>
              <a:buChar char="⮚"/>
            </a:pPr>
            <a:r>
              <a:rPr lang="en-IN" sz="1600" b="1" dirty="0">
                <a:solidFill>
                  <a:srgbClr val="000000"/>
                </a:solidFill>
                <a:effectLst/>
                <a:latin typeface="Arial" panose="020B0604020202020204" pitchFamily="34" charset="0"/>
                <a:ea typeface="Arial" panose="020B0604020202020204" pitchFamily="34" charset="0"/>
                <a:cs typeface="Noto Sans Symbols"/>
              </a:rPr>
              <a:t> Structured programming language</a:t>
            </a:r>
            <a:endParaRPr lang="en-IN" sz="1600" b="1" dirty="0">
              <a:solidFill>
                <a:srgbClr val="243F61"/>
              </a:solidFill>
              <a:effectLst/>
              <a:latin typeface="Noto Sans Symbols"/>
              <a:ea typeface="Noto Sans Symbols"/>
              <a:cs typeface="Noto Sans Symbols"/>
            </a:endParaRPr>
          </a:p>
          <a:p>
            <a:pPr>
              <a:lnSpc>
                <a:spcPct val="115000"/>
              </a:lnSpc>
              <a:spcAft>
                <a:spcPts val="1200"/>
              </a:spcAft>
            </a:pPr>
            <a:r>
              <a:rPr lang="en-IN" sz="1600" dirty="0">
                <a:solidFill>
                  <a:srgbClr val="000000"/>
                </a:solidFill>
                <a:effectLst/>
                <a:latin typeface="Arial" panose="020B0604020202020204" pitchFamily="34" charset="0"/>
                <a:ea typeface="Arial" panose="020B0604020202020204" pitchFamily="34" charset="0"/>
              </a:rPr>
              <a:t>C is structure-based. It means that the issues or complex problems are divided into smaller blocks or functions. This modular structure helps in easier and simpler testing and maintenance.</a:t>
            </a:r>
            <a:endParaRPr lang="en-IN" sz="1600" dirty="0">
              <a:effectLst/>
              <a:latin typeface="Calibri" panose="020F0502020204030204" pitchFamily="34" charset="0"/>
              <a:ea typeface="Calibri" panose="020F0502020204030204" pitchFamily="34" charset="0"/>
            </a:endParaRPr>
          </a:p>
          <a:p>
            <a:pPr marL="342900" lvl="0" indent="-342900">
              <a:lnSpc>
                <a:spcPct val="115000"/>
              </a:lnSpc>
              <a:spcBef>
                <a:spcPts val="1000"/>
              </a:spcBef>
              <a:spcAft>
                <a:spcPts val="840"/>
              </a:spcAft>
              <a:buFont typeface="Arial" panose="020B0604020202020204" pitchFamily="34" charset="0"/>
              <a:buChar char="⮚"/>
            </a:pPr>
            <a:r>
              <a:rPr lang="en-IN" sz="1600" b="1" dirty="0">
                <a:solidFill>
                  <a:srgbClr val="000000"/>
                </a:solidFill>
                <a:effectLst/>
                <a:latin typeface="Arial" panose="020B0604020202020204" pitchFamily="34" charset="0"/>
                <a:ea typeface="Arial" panose="020B0604020202020204" pitchFamily="34" charset="0"/>
                <a:cs typeface="Noto Sans Symbols"/>
              </a:rPr>
              <a:t>Middle-level language</a:t>
            </a:r>
            <a:endParaRPr lang="en-IN" sz="1600" b="1" dirty="0">
              <a:solidFill>
                <a:srgbClr val="243F61"/>
              </a:solidFill>
              <a:effectLst/>
              <a:latin typeface="Noto Sans Symbols"/>
              <a:ea typeface="Noto Sans Symbols"/>
              <a:cs typeface="Noto Sans Symbols"/>
            </a:endParaRPr>
          </a:p>
          <a:p>
            <a:pPr>
              <a:lnSpc>
                <a:spcPct val="115000"/>
              </a:lnSpc>
              <a:spcAft>
                <a:spcPts val="1200"/>
              </a:spcAft>
            </a:pPr>
            <a:r>
              <a:rPr lang="en-IN" sz="1600" dirty="0">
                <a:solidFill>
                  <a:srgbClr val="000000"/>
                </a:solidFill>
                <a:effectLst/>
                <a:latin typeface="Arial" panose="020B0604020202020204" pitchFamily="34" charset="0"/>
                <a:ea typeface="Arial" panose="020B0604020202020204" pitchFamily="34" charset="0"/>
              </a:rPr>
              <a:t>C is a middle-level programming language that means it supports high-level programming as well as low-level programming. It supports the use of kernels and drivers in low-level programming and also supports system software applications in the high-level programming language</a:t>
            </a:r>
            <a:r>
              <a:rPr lang="en-IN" sz="1400" dirty="0">
                <a:solidFill>
                  <a:srgbClr val="000000"/>
                </a:solidFill>
                <a:effectLst/>
                <a:latin typeface="Arial" panose="020B0604020202020204" pitchFamily="34" charset="0"/>
                <a:ea typeface="Arial" panose="020B0604020202020204" pitchFamily="34" charset="0"/>
              </a:rPr>
              <a:t>.</a:t>
            </a:r>
            <a:endParaRPr lang="en-IN" sz="1400" dirty="0">
              <a:effectLst/>
              <a:latin typeface="Calibri" panose="020F0502020204030204" pitchFamily="34" charset="0"/>
              <a:ea typeface="Calibri" panose="020F0502020204030204" pitchFamily="34" charset="0"/>
            </a:endParaRPr>
          </a:p>
          <a:p>
            <a:endParaRPr lang="en-IN" dirty="0"/>
          </a:p>
        </p:txBody>
      </p:sp>
    </p:spTree>
    <p:extLst>
      <p:ext uri="{BB962C8B-B14F-4D97-AF65-F5344CB8AC3E}">
        <p14:creationId xmlns:p14="http://schemas.microsoft.com/office/powerpoint/2010/main" val="9631998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1293B-D2E2-C2D4-3352-D11C2909CE04}"/>
              </a:ext>
            </a:extLst>
          </p:cNvPr>
          <p:cNvSpPr>
            <a:spLocks noGrp="1"/>
          </p:cNvSpPr>
          <p:nvPr>
            <p:ph type="title"/>
          </p:nvPr>
        </p:nvSpPr>
        <p:spPr>
          <a:xfrm>
            <a:off x="819488" y="147708"/>
            <a:ext cx="10058400" cy="951888"/>
          </a:xfrm>
        </p:spPr>
        <p:txBody>
          <a:bodyPr>
            <a:normAutofit/>
          </a:bodyPr>
          <a:lstStyle/>
          <a:p>
            <a:r>
              <a:rPr lang="en-US" sz="3200" dirty="0">
                <a:solidFill>
                  <a:schemeClr val="accent2">
                    <a:lumMod val="75000"/>
                  </a:schemeClr>
                </a:solidFill>
                <a:latin typeface="Times New Roman" panose="02020603050405020304" pitchFamily="18" charset="0"/>
                <a:cs typeface="Times New Roman" panose="02020603050405020304" pitchFamily="18" charset="0"/>
              </a:rPr>
              <a:t>Conti…..</a:t>
            </a:r>
            <a:endParaRPr lang="en-IN" sz="3200"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7BDA925-91A7-24F4-F2D1-BFA7504B38B3}"/>
              </a:ext>
            </a:extLst>
          </p:cNvPr>
          <p:cNvSpPr>
            <a:spLocks noGrp="1"/>
          </p:cNvSpPr>
          <p:nvPr>
            <p:ph idx="1"/>
          </p:nvPr>
        </p:nvSpPr>
        <p:spPr>
          <a:xfrm>
            <a:off x="478034" y="1412112"/>
            <a:ext cx="11296891" cy="4433103"/>
          </a:xfrm>
        </p:spPr>
        <p:txBody>
          <a:bodyPr>
            <a:normAutofit fontScale="25000" lnSpcReduction="20000"/>
          </a:bodyPr>
          <a:lstStyle/>
          <a:p>
            <a:pPr marL="342900" lvl="0" indent="-342900">
              <a:lnSpc>
                <a:spcPct val="115000"/>
              </a:lnSpc>
              <a:spcBef>
                <a:spcPts val="1000"/>
              </a:spcBef>
              <a:spcAft>
                <a:spcPts val="840"/>
              </a:spcAft>
              <a:buFont typeface="Arial" panose="020B0604020202020204" pitchFamily="34" charset="0"/>
              <a:buChar char="⮚"/>
            </a:pPr>
            <a:r>
              <a:rPr lang="en-IN" sz="6400" b="1" dirty="0">
                <a:solidFill>
                  <a:srgbClr val="000000"/>
                </a:solidFill>
                <a:effectLst/>
                <a:latin typeface="Arial" panose="020B0604020202020204" pitchFamily="34" charset="0"/>
                <a:ea typeface="Arial" panose="020B0604020202020204" pitchFamily="34" charset="0"/>
                <a:cs typeface="Noto Sans Symbols"/>
              </a:rPr>
              <a:t>Implementation of algorithms and data structures</a:t>
            </a:r>
            <a:endParaRPr lang="en-IN" sz="6400" b="1" dirty="0">
              <a:solidFill>
                <a:srgbClr val="243F61"/>
              </a:solidFill>
              <a:effectLst/>
              <a:latin typeface="Noto Sans Symbols"/>
              <a:ea typeface="Noto Sans Symbols"/>
              <a:cs typeface="Noto Sans Symbols"/>
            </a:endParaRPr>
          </a:p>
          <a:p>
            <a:pPr>
              <a:lnSpc>
                <a:spcPct val="115000"/>
              </a:lnSpc>
              <a:spcAft>
                <a:spcPts val="1200"/>
              </a:spcAft>
            </a:pPr>
            <a:r>
              <a:rPr lang="en-IN" sz="6400" dirty="0">
                <a:solidFill>
                  <a:srgbClr val="000000"/>
                </a:solidFill>
                <a:effectLst/>
                <a:latin typeface="Arial" panose="020B0604020202020204" pitchFamily="34" charset="0"/>
                <a:ea typeface="Arial" panose="020B0604020202020204" pitchFamily="34" charset="0"/>
              </a:rPr>
              <a:t>The use of algorithms and data structures in C has made program computations very fast and smooth. Thus, the C language can be used in complex calculations and operations such as MATLAB.</a:t>
            </a:r>
            <a:endParaRPr lang="en-IN" sz="6400" dirty="0">
              <a:effectLst/>
              <a:latin typeface="Calibri" panose="020F0502020204030204" pitchFamily="34" charset="0"/>
              <a:ea typeface="Calibri" panose="020F0502020204030204" pitchFamily="34" charset="0"/>
            </a:endParaRPr>
          </a:p>
          <a:p>
            <a:pPr marL="342900" lvl="0" indent="-342900">
              <a:lnSpc>
                <a:spcPct val="115000"/>
              </a:lnSpc>
              <a:spcBef>
                <a:spcPts val="1000"/>
              </a:spcBef>
              <a:spcAft>
                <a:spcPts val="840"/>
              </a:spcAft>
              <a:buFont typeface="Arial" panose="020B0604020202020204" pitchFamily="34" charset="0"/>
              <a:buChar char="⮚"/>
            </a:pPr>
            <a:r>
              <a:rPr lang="en-IN" sz="6400" b="1" dirty="0">
                <a:solidFill>
                  <a:srgbClr val="000000"/>
                </a:solidFill>
                <a:effectLst/>
                <a:latin typeface="Arial" panose="020B0604020202020204" pitchFamily="34" charset="0"/>
                <a:ea typeface="Arial" panose="020B0604020202020204" pitchFamily="34" charset="0"/>
                <a:cs typeface="Noto Sans Symbols"/>
              </a:rPr>
              <a:t>Procedural programming language</a:t>
            </a:r>
            <a:endParaRPr lang="en-IN" sz="6400" b="1" dirty="0">
              <a:solidFill>
                <a:srgbClr val="243F61"/>
              </a:solidFill>
              <a:effectLst/>
              <a:latin typeface="Noto Sans Symbols"/>
              <a:ea typeface="Noto Sans Symbols"/>
              <a:cs typeface="Noto Sans Symbols"/>
            </a:endParaRPr>
          </a:p>
          <a:p>
            <a:pPr>
              <a:lnSpc>
                <a:spcPct val="115000"/>
              </a:lnSpc>
              <a:spcAft>
                <a:spcPts val="1000"/>
              </a:spcAft>
            </a:pPr>
            <a:r>
              <a:rPr lang="en-IN" sz="6400" dirty="0">
                <a:solidFill>
                  <a:srgbClr val="000000"/>
                </a:solidFill>
                <a:effectLst/>
                <a:latin typeface="Arial" panose="020B0604020202020204" pitchFamily="34" charset="0"/>
                <a:ea typeface="Arial" panose="020B0604020202020204" pitchFamily="34" charset="0"/>
              </a:rPr>
              <a:t>C follows a proper procedure for its functions and subroutines. As it uses procedural programming, it becomes easier for C to identify code structure and to solve any problem in a specific series of code. In procedural programming </a:t>
            </a:r>
            <a:r>
              <a:rPr lang="en-IN" sz="6400" u="none" strike="noStrike" dirty="0">
                <a:solidFill>
                  <a:srgbClr val="000000"/>
                </a:solidFill>
                <a:effectLst/>
                <a:latin typeface="Arial" panose="020B0604020202020204" pitchFamily="34" charset="0"/>
                <a:ea typeface="Arial" panose="020B0604020202020204" pitchFamily="34" charset="0"/>
                <a:hlinkClick r:id="rId2"/>
              </a:rPr>
              <a:t>C variables</a:t>
            </a:r>
            <a:r>
              <a:rPr lang="en-IN" sz="6400" dirty="0">
                <a:solidFill>
                  <a:srgbClr val="000000"/>
                </a:solidFill>
                <a:effectLst/>
                <a:latin typeface="Arial" panose="020B0604020202020204" pitchFamily="34" charset="0"/>
                <a:ea typeface="Arial" panose="020B0604020202020204" pitchFamily="34" charset="0"/>
              </a:rPr>
              <a:t> and functions are declared before use.</a:t>
            </a:r>
            <a:endParaRPr lang="en-IN" sz="6400" dirty="0">
              <a:effectLst/>
              <a:latin typeface="Calibri" panose="020F0502020204030204" pitchFamily="34" charset="0"/>
              <a:ea typeface="Calibri" panose="020F0502020204030204" pitchFamily="34" charset="0"/>
            </a:endParaRPr>
          </a:p>
          <a:p>
            <a:pPr marL="342900" lvl="0" indent="-342900">
              <a:lnSpc>
                <a:spcPct val="115000"/>
              </a:lnSpc>
              <a:spcBef>
                <a:spcPts val="1000"/>
              </a:spcBef>
              <a:spcAft>
                <a:spcPts val="840"/>
              </a:spcAft>
              <a:buFont typeface="Arial" panose="020B0604020202020204" pitchFamily="34" charset="0"/>
              <a:buChar char="⮚"/>
            </a:pPr>
            <a:r>
              <a:rPr lang="en-IN" sz="6400" b="1" dirty="0">
                <a:solidFill>
                  <a:srgbClr val="000000"/>
                </a:solidFill>
                <a:effectLst/>
                <a:latin typeface="Arial" panose="020B0604020202020204" pitchFamily="34" charset="0"/>
                <a:ea typeface="Arial" panose="020B0604020202020204" pitchFamily="34" charset="0"/>
                <a:cs typeface="Noto Sans Symbols"/>
              </a:rPr>
              <a:t>Dynamic memory allocation</a:t>
            </a:r>
            <a:endParaRPr lang="en-IN" sz="6400" b="1" dirty="0">
              <a:solidFill>
                <a:srgbClr val="243F61"/>
              </a:solidFill>
              <a:effectLst/>
              <a:latin typeface="Noto Sans Symbols"/>
              <a:ea typeface="Noto Sans Symbols"/>
              <a:cs typeface="Noto Sans Symbols"/>
            </a:endParaRPr>
          </a:p>
          <a:p>
            <a:pPr>
              <a:lnSpc>
                <a:spcPct val="115000"/>
              </a:lnSpc>
              <a:spcAft>
                <a:spcPts val="1200"/>
              </a:spcAft>
            </a:pPr>
            <a:r>
              <a:rPr lang="en-IN" sz="6400" dirty="0">
                <a:solidFill>
                  <a:srgbClr val="000000"/>
                </a:solidFill>
                <a:effectLst/>
                <a:latin typeface="Arial" panose="020B0604020202020204" pitchFamily="34" charset="0"/>
                <a:ea typeface="Arial" panose="020B0604020202020204" pitchFamily="34" charset="0"/>
              </a:rPr>
              <a:t>C provides dynamic memory allocation that means you are free to allocate memory at run time. For example, if you don’t know how much memory is required by objects in your program, you can still run a program in C and assign the memory at the same time.</a:t>
            </a:r>
            <a:endParaRPr lang="en-IN" sz="6400" dirty="0">
              <a:effectLst/>
              <a:latin typeface="Calibri" panose="020F0502020204030204" pitchFamily="34" charset="0"/>
              <a:ea typeface="Calibri" panose="020F0502020204030204" pitchFamily="34" charset="0"/>
            </a:endParaRPr>
          </a:p>
          <a:p>
            <a:pPr marL="342900" lvl="0" indent="-342900">
              <a:lnSpc>
                <a:spcPct val="115000"/>
              </a:lnSpc>
              <a:spcBef>
                <a:spcPts val="1000"/>
              </a:spcBef>
              <a:spcAft>
                <a:spcPts val="840"/>
              </a:spcAft>
              <a:buFont typeface="Arial" panose="020B0604020202020204" pitchFamily="34" charset="0"/>
              <a:buChar char="⮚"/>
            </a:pPr>
            <a:r>
              <a:rPr lang="en-IN" sz="6400" b="1" dirty="0">
                <a:solidFill>
                  <a:srgbClr val="000000"/>
                </a:solidFill>
                <a:effectLst/>
                <a:latin typeface="Arial" panose="020B0604020202020204" pitchFamily="34" charset="0"/>
                <a:ea typeface="Arial" panose="020B0604020202020204" pitchFamily="34" charset="0"/>
                <a:cs typeface="Noto Sans Symbols"/>
              </a:rPr>
              <a:t>System-programming</a:t>
            </a:r>
            <a:endParaRPr lang="en-IN" sz="6400" b="1" dirty="0">
              <a:solidFill>
                <a:srgbClr val="243F61"/>
              </a:solidFill>
              <a:effectLst/>
              <a:latin typeface="Noto Sans Symbols"/>
              <a:ea typeface="Noto Sans Symbols"/>
              <a:cs typeface="Noto Sans Symbols"/>
            </a:endParaRPr>
          </a:p>
          <a:p>
            <a:pPr>
              <a:lnSpc>
                <a:spcPct val="115000"/>
              </a:lnSpc>
              <a:spcAft>
                <a:spcPts val="1200"/>
              </a:spcAft>
            </a:pPr>
            <a:r>
              <a:rPr lang="en-IN" sz="6400" dirty="0">
                <a:solidFill>
                  <a:srgbClr val="000000"/>
                </a:solidFill>
                <a:effectLst/>
                <a:latin typeface="Arial" panose="020B0604020202020204" pitchFamily="34" charset="0"/>
                <a:ea typeface="Arial" panose="020B0604020202020204" pitchFamily="34" charset="0"/>
              </a:rPr>
              <a:t>C follows a system based programming system. It means the programming is done for the hardware devices.</a:t>
            </a:r>
            <a:endParaRPr lang="en-IN" sz="6400" dirty="0">
              <a:effectLst/>
              <a:latin typeface="Calibri" panose="020F0502020204030204" pitchFamily="34" charset="0"/>
              <a:ea typeface="Calibri" panose="020F0502020204030204" pitchFamily="34" charset="0"/>
            </a:endParaRPr>
          </a:p>
          <a:p>
            <a:endParaRPr lang="en-IN" dirty="0"/>
          </a:p>
        </p:txBody>
      </p:sp>
    </p:spTree>
    <p:extLst>
      <p:ext uri="{BB962C8B-B14F-4D97-AF65-F5344CB8AC3E}">
        <p14:creationId xmlns:p14="http://schemas.microsoft.com/office/powerpoint/2010/main" val="2185491664"/>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Override1.xml><?xml version="1.0" encoding="utf-8"?>
<a:themeOverride xmlns:a="http://schemas.openxmlformats.org/drawingml/2006/main">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themeOverride>
</file>

<file path=docProps/app.xml><?xml version="1.0" encoding="utf-8"?>
<Properties xmlns="http://schemas.openxmlformats.org/officeDocument/2006/extended-properties" xmlns:vt="http://schemas.openxmlformats.org/officeDocument/2006/docPropsVTypes">
  <Template/>
  <TotalTime>22</TotalTime>
  <Words>891</Words>
  <Application>Microsoft Office PowerPoint</Application>
  <PresentationFormat>Widescreen</PresentationFormat>
  <Paragraphs>90</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Noto Sans Symbols</vt:lpstr>
      <vt:lpstr>Times New Roman</vt:lpstr>
      <vt:lpstr>Retrospect</vt:lpstr>
      <vt:lpstr>Unit 2</vt:lpstr>
      <vt:lpstr>General structure of ‘C’ program </vt:lpstr>
      <vt:lpstr>     Documentation Section </vt:lpstr>
      <vt:lpstr>2. Link Section </vt:lpstr>
      <vt:lpstr>Definition Section </vt:lpstr>
      <vt:lpstr>Global Declaration Section </vt:lpstr>
      <vt:lpstr>Main Function Section </vt:lpstr>
      <vt:lpstr>Sub Program Section </vt:lpstr>
      <vt:lpstr>C ADVANTAGES  </vt:lpstr>
      <vt:lpstr>Conti…</vt:lpstr>
      <vt:lpstr>Conti…..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2</dc:title>
  <dc:creator>Mrs. Priyangi Vishal Mevawala</dc:creator>
  <cp:lastModifiedBy>Mrs. Priyangi Vishal Mevawala</cp:lastModifiedBy>
  <cp:revision>3</cp:revision>
  <dcterms:created xsi:type="dcterms:W3CDTF">2022-09-27T01:59:39Z</dcterms:created>
  <dcterms:modified xsi:type="dcterms:W3CDTF">2022-10-01T04:25:04Z</dcterms:modified>
</cp:coreProperties>
</file>