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5" r:id="rId3"/>
    <p:sldId id="266" r:id="rId4"/>
    <p:sldId id="267" r:id="rId5"/>
    <p:sldId id="269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6" d="100"/>
          <a:sy n="66" d="100"/>
        </p:scale>
        <p:origin x="668" y="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10" Type="http://schemas.openxmlformats.org/officeDocument/2006/relationships/image" Target="../media/image11.svg" /><Relationship Id="rId4" Type="http://schemas.openxmlformats.org/officeDocument/2006/relationships/image" Target="../media/image5.svg" /><Relationship Id="rId9" Type="http://schemas.openxmlformats.org/officeDocument/2006/relationships/image" Target="../media/image10.png" 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2" Type="http://schemas.openxmlformats.org/officeDocument/2006/relationships/image" Target="../media/image3.svg" /><Relationship Id="rId1" Type="http://schemas.openxmlformats.org/officeDocument/2006/relationships/image" Target="../media/image2.png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10" Type="http://schemas.openxmlformats.org/officeDocument/2006/relationships/image" Target="../media/image11.svg" /><Relationship Id="rId4" Type="http://schemas.openxmlformats.org/officeDocument/2006/relationships/image" Target="../media/image5.svg" /><Relationship Id="rId9" Type="http://schemas.openxmlformats.org/officeDocument/2006/relationships/image" Target="../media/image10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DED91B-3D1D-4256-B1F5-FF384A52182E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766FCB-769F-40FE-BD76-2DB6E71679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Computers are used for many different purposes in many different situations.</a:t>
          </a:r>
        </a:p>
      </dgm:t>
    </dgm:pt>
    <dgm:pt modelId="{B5AD9AB9-DF34-4517-AA72-0C5459007AF0}" type="parTrans" cxnId="{34909DF0-AE85-42B0-8321-BC4CDF1CD594}">
      <dgm:prSet/>
      <dgm:spPr/>
      <dgm:t>
        <a:bodyPr/>
        <a:lstStyle/>
        <a:p>
          <a:endParaRPr lang="en-US"/>
        </a:p>
      </dgm:t>
    </dgm:pt>
    <dgm:pt modelId="{83CEB3CC-CF6E-49FA-AB62-F0E95A025208}" type="sibTrans" cxnId="{34909DF0-AE85-42B0-8321-BC4CDF1CD594}">
      <dgm:prSet/>
      <dgm:spPr/>
      <dgm:t>
        <a:bodyPr/>
        <a:lstStyle/>
        <a:p>
          <a:endParaRPr lang="en-US"/>
        </a:p>
      </dgm:t>
    </dgm:pt>
    <dgm:pt modelId="{06A3C9B4-DAF2-415A-993E-0E13A2F1D351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E2CCE24A-2D21-4D4B-8649-AD2CB0F2E1A5}" type="parTrans" cxnId="{867B9489-98BB-4055-A4E6-291164F77581}">
      <dgm:prSet/>
      <dgm:spPr/>
      <dgm:t>
        <a:bodyPr/>
        <a:lstStyle/>
        <a:p>
          <a:endParaRPr lang="en-US"/>
        </a:p>
      </dgm:t>
    </dgm:pt>
    <dgm:pt modelId="{2E47D019-8FF5-4540-AE7D-E2FDA54A7C8F}" type="sibTrans" cxnId="{867B9489-98BB-4055-A4E6-291164F77581}">
      <dgm:prSet/>
      <dgm:spPr/>
      <dgm:t>
        <a:bodyPr/>
        <a:lstStyle/>
        <a:p>
          <a:endParaRPr lang="en-US"/>
        </a:p>
      </dgm:t>
    </dgm:pt>
    <dgm:pt modelId="{33968E98-6F9E-428F-8CE0-6596FDF454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ability for a computer to be programmed allows it to do whatever their programs tell them what to do.</a:t>
          </a:r>
        </a:p>
      </dgm:t>
    </dgm:pt>
    <dgm:pt modelId="{1C50AD26-710A-44F4-99E5-E99F86BD72D2}" type="parTrans" cxnId="{3F4EAB3C-172B-4841-89F3-5CC321397FA0}">
      <dgm:prSet/>
      <dgm:spPr/>
      <dgm:t>
        <a:bodyPr/>
        <a:lstStyle/>
        <a:p>
          <a:endParaRPr lang="en-US"/>
        </a:p>
      </dgm:t>
    </dgm:pt>
    <dgm:pt modelId="{EA0403A4-40CC-4167-A83C-F3EA3C27FECF}" type="sibTrans" cxnId="{3F4EAB3C-172B-4841-89F3-5CC321397FA0}">
      <dgm:prSet/>
      <dgm:spPr/>
      <dgm:t>
        <a:bodyPr/>
        <a:lstStyle/>
        <a:p>
          <a:endParaRPr lang="en-US"/>
        </a:p>
      </dgm:t>
    </dgm:pt>
    <dgm:pt modelId="{EA8E7291-D32E-4454-B301-F37D97A6B0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</a:t>
          </a:r>
          <a:r>
            <a:rPr lang="en-US" u="sng" dirty="0"/>
            <a:t>program</a:t>
          </a:r>
          <a:r>
            <a:rPr lang="en-US" dirty="0"/>
            <a:t> is a set of instructions that tell a computer what to do.</a:t>
          </a:r>
        </a:p>
      </dgm:t>
    </dgm:pt>
    <dgm:pt modelId="{7C0A8121-EC50-4F79-91B1-E4A5E1DBE252}" type="parTrans" cxnId="{95250B67-447B-40BD-99EF-F644F6284D2D}">
      <dgm:prSet/>
      <dgm:spPr/>
      <dgm:t>
        <a:bodyPr/>
        <a:lstStyle/>
        <a:p>
          <a:endParaRPr lang="en-US"/>
        </a:p>
      </dgm:t>
    </dgm:pt>
    <dgm:pt modelId="{7531B4FD-7635-4470-98BB-1FDDE972484B}" type="sibTrans" cxnId="{95250B67-447B-40BD-99EF-F644F6284D2D}">
      <dgm:prSet/>
      <dgm:spPr/>
      <dgm:t>
        <a:bodyPr/>
        <a:lstStyle/>
        <a:p>
          <a:endParaRPr lang="en-US"/>
        </a:p>
      </dgm:t>
    </dgm:pt>
    <dgm:pt modelId="{71C45019-0E81-4838-86F4-8122972B57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computer cannot do anything unless it has a program to tell it what to do.</a:t>
          </a:r>
        </a:p>
      </dgm:t>
    </dgm:pt>
    <dgm:pt modelId="{0F98E1B7-0B0D-4C18-9A7D-518B8A123C64}" type="parTrans" cxnId="{69EEA513-8A2C-4923-9B02-E71BA1104C02}">
      <dgm:prSet/>
      <dgm:spPr/>
      <dgm:t>
        <a:bodyPr/>
        <a:lstStyle/>
        <a:p>
          <a:endParaRPr lang="en-US"/>
        </a:p>
      </dgm:t>
    </dgm:pt>
    <dgm:pt modelId="{41434420-356F-4AE1-AD4B-D05D05D3E5EC}" type="sibTrans" cxnId="{69EEA513-8A2C-4923-9B02-E71BA1104C02}">
      <dgm:prSet/>
      <dgm:spPr/>
      <dgm:t>
        <a:bodyPr/>
        <a:lstStyle/>
        <a:p>
          <a:endParaRPr lang="en-US"/>
        </a:p>
      </dgm:t>
    </dgm:pt>
    <dgm:pt modelId="{29C7C0E0-D379-4AC7-9A02-D3D406D9AE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 this class, we will focus on writing these programs.</a:t>
          </a:r>
        </a:p>
      </dgm:t>
    </dgm:pt>
    <dgm:pt modelId="{BA867F59-BA4C-4B53-95B7-CFE51A6D1BA4}" type="parTrans" cxnId="{C6E303DC-2C64-4CDF-8CDB-37D3A5E0F3A4}">
      <dgm:prSet/>
      <dgm:spPr/>
      <dgm:t>
        <a:bodyPr/>
        <a:lstStyle/>
        <a:p>
          <a:endParaRPr lang="en-US"/>
        </a:p>
      </dgm:t>
    </dgm:pt>
    <dgm:pt modelId="{9B83E050-05C7-4CB0-86C7-0D95221A1793}" type="sibTrans" cxnId="{C6E303DC-2C64-4CDF-8CDB-37D3A5E0F3A4}">
      <dgm:prSet/>
      <dgm:spPr/>
      <dgm:t>
        <a:bodyPr/>
        <a:lstStyle/>
        <a:p>
          <a:endParaRPr lang="en-US"/>
        </a:p>
      </dgm:t>
    </dgm:pt>
    <dgm:pt modelId="{81877A9A-578D-4D53-9381-62D642F45D53}" type="pres">
      <dgm:prSet presAssocID="{FEDED91B-3D1D-4256-B1F5-FF384A52182E}" presName="root" presStyleCnt="0">
        <dgm:presLayoutVars>
          <dgm:dir/>
          <dgm:resizeHandles val="exact"/>
        </dgm:presLayoutVars>
      </dgm:prSet>
      <dgm:spPr/>
    </dgm:pt>
    <dgm:pt modelId="{B042C42B-7E36-4C49-95DE-0E5194954D64}" type="pres">
      <dgm:prSet presAssocID="{4D766FCB-769F-40FE-BD76-2DB6E71679BF}" presName="compNode" presStyleCnt="0"/>
      <dgm:spPr/>
    </dgm:pt>
    <dgm:pt modelId="{56196CDE-28C6-46A7-ACEB-32B924DB8C10}" type="pres">
      <dgm:prSet presAssocID="{4D766FCB-769F-40FE-BD76-2DB6E71679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88F81FC-FD29-4D88-B34F-BD15B69A0216}" type="pres">
      <dgm:prSet presAssocID="{4D766FCB-769F-40FE-BD76-2DB6E71679BF}" presName="iconSpace" presStyleCnt="0"/>
      <dgm:spPr/>
    </dgm:pt>
    <dgm:pt modelId="{D1854B4E-8FE9-4A69-A4A7-C6986C626138}" type="pres">
      <dgm:prSet presAssocID="{4D766FCB-769F-40FE-BD76-2DB6E71679BF}" presName="parTx" presStyleLbl="revTx" presStyleIdx="0" presStyleCnt="10">
        <dgm:presLayoutVars>
          <dgm:chMax val="0"/>
          <dgm:chPref val="0"/>
        </dgm:presLayoutVars>
      </dgm:prSet>
      <dgm:spPr/>
    </dgm:pt>
    <dgm:pt modelId="{27D0890D-3896-47D9-B0ED-9030D638D9D7}" type="pres">
      <dgm:prSet presAssocID="{4D766FCB-769F-40FE-BD76-2DB6E71679BF}" presName="txSpace" presStyleCnt="0"/>
      <dgm:spPr/>
    </dgm:pt>
    <dgm:pt modelId="{A06B449F-EEA9-4E23-93D7-28541165905E}" type="pres">
      <dgm:prSet presAssocID="{4D766FCB-769F-40FE-BD76-2DB6E71679BF}" presName="desTx" presStyleLbl="revTx" presStyleIdx="1" presStyleCnt="10">
        <dgm:presLayoutVars/>
      </dgm:prSet>
      <dgm:spPr/>
    </dgm:pt>
    <dgm:pt modelId="{ECC0F8AA-8474-4B27-B331-09BB9C341956}" type="pres">
      <dgm:prSet presAssocID="{83CEB3CC-CF6E-49FA-AB62-F0E95A025208}" presName="sibTrans" presStyleCnt="0"/>
      <dgm:spPr/>
    </dgm:pt>
    <dgm:pt modelId="{F716AA33-F249-4520-839D-1D0708467375}" type="pres">
      <dgm:prSet presAssocID="{33968E98-6F9E-428F-8CE0-6596FDF45495}" presName="compNode" presStyleCnt="0"/>
      <dgm:spPr/>
    </dgm:pt>
    <dgm:pt modelId="{1FA24BBF-3516-49A1-AA63-53AC1C1E7FD6}" type="pres">
      <dgm:prSet presAssocID="{33968E98-6F9E-428F-8CE0-6596FDF4549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53B106A-F621-4D70-A8C8-62C18293CA51}" type="pres">
      <dgm:prSet presAssocID="{33968E98-6F9E-428F-8CE0-6596FDF45495}" presName="iconSpace" presStyleCnt="0"/>
      <dgm:spPr/>
    </dgm:pt>
    <dgm:pt modelId="{531DB4B6-4C6A-4F6B-A28A-5DAE1AA611CC}" type="pres">
      <dgm:prSet presAssocID="{33968E98-6F9E-428F-8CE0-6596FDF45495}" presName="parTx" presStyleLbl="revTx" presStyleIdx="2" presStyleCnt="10">
        <dgm:presLayoutVars>
          <dgm:chMax val="0"/>
          <dgm:chPref val="0"/>
        </dgm:presLayoutVars>
      </dgm:prSet>
      <dgm:spPr/>
    </dgm:pt>
    <dgm:pt modelId="{68810581-CE7D-4675-BC43-2BF92033061E}" type="pres">
      <dgm:prSet presAssocID="{33968E98-6F9E-428F-8CE0-6596FDF45495}" presName="txSpace" presStyleCnt="0"/>
      <dgm:spPr/>
    </dgm:pt>
    <dgm:pt modelId="{3AD96521-E816-4F6E-9F0B-5DC5D1A3D709}" type="pres">
      <dgm:prSet presAssocID="{33968E98-6F9E-428F-8CE0-6596FDF45495}" presName="desTx" presStyleLbl="revTx" presStyleIdx="3" presStyleCnt="10">
        <dgm:presLayoutVars/>
      </dgm:prSet>
      <dgm:spPr/>
    </dgm:pt>
    <dgm:pt modelId="{E893E7BE-6537-4E3B-B546-DB2BF3EA40CD}" type="pres">
      <dgm:prSet presAssocID="{EA0403A4-40CC-4167-A83C-F3EA3C27FECF}" presName="sibTrans" presStyleCnt="0"/>
      <dgm:spPr/>
    </dgm:pt>
    <dgm:pt modelId="{9E1161EE-827C-4DDC-B9A7-4287AD7EFED1}" type="pres">
      <dgm:prSet presAssocID="{EA8E7291-D32E-4454-B301-F37D97A6B043}" presName="compNode" presStyleCnt="0"/>
      <dgm:spPr/>
    </dgm:pt>
    <dgm:pt modelId="{25AB9E65-490F-4B84-AD4D-F7B849BA534C}" type="pres">
      <dgm:prSet presAssocID="{EA8E7291-D32E-4454-B301-F37D97A6B04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B39488-0236-4411-A944-3BD05D2D2166}" type="pres">
      <dgm:prSet presAssocID="{EA8E7291-D32E-4454-B301-F37D97A6B043}" presName="iconSpace" presStyleCnt="0"/>
      <dgm:spPr/>
    </dgm:pt>
    <dgm:pt modelId="{D3691F5C-275C-4EF7-B188-0B0612759146}" type="pres">
      <dgm:prSet presAssocID="{EA8E7291-D32E-4454-B301-F37D97A6B043}" presName="parTx" presStyleLbl="revTx" presStyleIdx="4" presStyleCnt="10">
        <dgm:presLayoutVars>
          <dgm:chMax val="0"/>
          <dgm:chPref val="0"/>
        </dgm:presLayoutVars>
      </dgm:prSet>
      <dgm:spPr/>
    </dgm:pt>
    <dgm:pt modelId="{49196024-4A97-4662-B605-66D589DD043E}" type="pres">
      <dgm:prSet presAssocID="{EA8E7291-D32E-4454-B301-F37D97A6B043}" presName="txSpace" presStyleCnt="0"/>
      <dgm:spPr/>
    </dgm:pt>
    <dgm:pt modelId="{F1CF0E4B-2A07-4CFA-9B79-34EBAA6C587D}" type="pres">
      <dgm:prSet presAssocID="{EA8E7291-D32E-4454-B301-F37D97A6B043}" presName="desTx" presStyleLbl="revTx" presStyleIdx="5" presStyleCnt="10">
        <dgm:presLayoutVars/>
      </dgm:prSet>
      <dgm:spPr/>
    </dgm:pt>
    <dgm:pt modelId="{CE22E8FF-7517-4E9E-82C5-610665AFD791}" type="pres">
      <dgm:prSet presAssocID="{7531B4FD-7635-4470-98BB-1FDDE972484B}" presName="sibTrans" presStyleCnt="0"/>
      <dgm:spPr/>
    </dgm:pt>
    <dgm:pt modelId="{37EF7B19-F5D2-4415-B55D-30CD5D7FEE04}" type="pres">
      <dgm:prSet presAssocID="{71C45019-0E81-4838-86F4-8122972B574E}" presName="compNode" presStyleCnt="0"/>
      <dgm:spPr/>
    </dgm:pt>
    <dgm:pt modelId="{AA2A5972-B9B7-482E-BECA-339768413EE9}" type="pres">
      <dgm:prSet presAssocID="{71C45019-0E81-4838-86F4-8122972B574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436E7B5-F565-407A-B257-D26D11AFC0FA}" type="pres">
      <dgm:prSet presAssocID="{71C45019-0E81-4838-86F4-8122972B574E}" presName="iconSpace" presStyleCnt="0"/>
      <dgm:spPr/>
    </dgm:pt>
    <dgm:pt modelId="{870B0CBE-B113-472A-9337-8B95240BB196}" type="pres">
      <dgm:prSet presAssocID="{71C45019-0E81-4838-86F4-8122972B574E}" presName="parTx" presStyleLbl="revTx" presStyleIdx="6" presStyleCnt="10">
        <dgm:presLayoutVars>
          <dgm:chMax val="0"/>
          <dgm:chPref val="0"/>
        </dgm:presLayoutVars>
      </dgm:prSet>
      <dgm:spPr/>
    </dgm:pt>
    <dgm:pt modelId="{EA4740B1-BA67-411C-A894-DF2128264E5D}" type="pres">
      <dgm:prSet presAssocID="{71C45019-0E81-4838-86F4-8122972B574E}" presName="txSpace" presStyleCnt="0"/>
      <dgm:spPr/>
    </dgm:pt>
    <dgm:pt modelId="{5E17D09A-BE5C-44B5-907F-85DE4D893E60}" type="pres">
      <dgm:prSet presAssocID="{71C45019-0E81-4838-86F4-8122972B574E}" presName="desTx" presStyleLbl="revTx" presStyleIdx="7" presStyleCnt="10">
        <dgm:presLayoutVars/>
      </dgm:prSet>
      <dgm:spPr/>
    </dgm:pt>
    <dgm:pt modelId="{4D8ADC4E-FA11-4937-8020-89DC63D481BA}" type="pres">
      <dgm:prSet presAssocID="{41434420-356F-4AE1-AD4B-D05D05D3E5EC}" presName="sibTrans" presStyleCnt="0"/>
      <dgm:spPr/>
    </dgm:pt>
    <dgm:pt modelId="{D7E0702F-E032-471B-919A-2CB5302202E8}" type="pres">
      <dgm:prSet presAssocID="{29C7C0E0-D379-4AC7-9A02-D3D406D9AE27}" presName="compNode" presStyleCnt="0"/>
      <dgm:spPr/>
    </dgm:pt>
    <dgm:pt modelId="{4024A234-56C8-49BC-93AF-63BF5517095F}" type="pres">
      <dgm:prSet presAssocID="{29C7C0E0-D379-4AC7-9A02-D3D406D9AE2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90BC603-834D-4814-8805-513CEA1A4B9E}" type="pres">
      <dgm:prSet presAssocID="{29C7C0E0-D379-4AC7-9A02-D3D406D9AE27}" presName="iconSpace" presStyleCnt="0"/>
      <dgm:spPr/>
    </dgm:pt>
    <dgm:pt modelId="{6A855F9E-6952-45B6-8640-E5CDA2A424F5}" type="pres">
      <dgm:prSet presAssocID="{29C7C0E0-D379-4AC7-9A02-D3D406D9AE27}" presName="parTx" presStyleLbl="revTx" presStyleIdx="8" presStyleCnt="10">
        <dgm:presLayoutVars>
          <dgm:chMax val="0"/>
          <dgm:chPref val="0"/>
        </dgm:presLayoutVars>
      </dgm:prSet>
      <dgm:spPr/>
    </dgm:pt>
    <dgm:pt modelId="{7E21F541-E7E3-4422-B205-8E4D247D84CD}" type="pres">
      <dgm:prSet presAssocID="{29C7C0E0-D379-4AC7-9A02-D3D406D9AE27}" presName="txSpace" presStyleCnt="0"/>
      <dgm:spPr/>
    </dgm:pt>
    <dgm:pt modelId="{78F92E50-AF13-43FB-91C7-2FB303A76DBA}" type="pres">
      <dgm:prSet presAssocID="{29C7C0E0-D379-4AC7-9A02-D3D406D9AE27}" presName="desTx" presStyleLbl="revTx" presStyleIdx="9" presStyleCnt="10">
        <dgm:presLayoutVars/>
      </dgm:prSet>
      <dgm:spPr/>
    </dgm:pt>
  </dgm:ptLst>
  <dgm:cxnLst>
    <dgm:cxn modelId="{69EEA513-8A2C-4923-9B02-E71BA1104C02}" srcId="{FEDED91B-3D1D-4256-B1F5-FF384A52182E}" destId="{71C45019-0E81-4838-86F4-8122972B574E}" srcOrd="3" destOrd="0" parTransId="{0F98E1B7-0B0D-4C18-9A7D-518B8A123C64}" sibTransId="{41434420-356F-4AE1-AD4B-D05D05D3E5EC}"/>
    <dgm:cxn modelId="{2F512627-2268-447B-A1C3-0267A83746D5}" type="presOf" srcId="{EA8E7291-D32E-4454-B301-F37D97A6B043}" destId="{D3691F5C-275C-4EF7-B188-0B0612759146}" srcOrd="0" destOrd="0" presId="urn:microsoft.com/office/officeart/2018/5/layout/CenteredIconLabelDescriptionList"/>
    <dgm:cxn modelId="{51D9CD2A-E3EC-4D22-BD62-83323B7A7621}" type="presOf" srcId="{4D766FCB-769F-40FE-BD76-2DB6E71679BF}" destId="{D1854B4E-8FE9-4A69-A4A7-C6986C626138}" srcOrd="0" destOrd="0" presId="urn:microsoft.com/office/officeart/2018/5/layout/CenteredIconLabelDescriptionList"/>
    <dgm:cxn modelId="{3F4EAB3C-172B-4841-89F3-5CC321397FA0}" srcId="{FEDED91B-3D1D-4256-B1F5-FF384A52182E}" destId="{33968E98-6F9E-428F-8CE0-6596FDF45495}" srcOrd="1" destOrd="0" parTransId="{1C50AD26-710A-44F4-99E5-E99F86BD72D2}" sibTransId="{EA0403A4-40CC-4167-A83C-F3EA3C27FECF}"/>
    <dgm:cxn modelId="{77C70047-7D09-488B-83B1-CEE87249EF92}" type="presOf" srcId="{06A3C9B4-DAF2-415A-993E-0E13A2F1D351}" destId="{A06B449F-EEA9-4E23-93D7-28541165905E}" srcOrd="0" destOrd="0" presId="urn:microsoft.com/office/officeart/2018/5/layout/CenteredIconLabelDescriptionList"/>
    <dgm:cxn modelId="{95250B67-447B-40BD-99EF-F644F6284D2D}" srcId="{FEDED91B-3D1D-4256-B1F5-FF384A52182E}" destId="{EA8E7291-D32E-4454-B301-F37D97A6B043}" srcOrd="2" destOrd="0" parTransId="{7C0A8121-EC50-4F79-91B1-E4A5E1DBE252}" sibTransId="{7531B4FD-7635-4470-98BB-1FDDE972484B}"/>
    <dgm:cxn modelId="{49CF474E-F04B-424C-8DA0-FFFB70ACA8C6}" type="presOf" srcId="{71C45019-0E81-4838-86F4-8122972B574E}" destId="{870B0CBE-B113-472A-9337-8B95240BB196}" srcOrd="0" destOrd="0" presId="urn:microsoft.com/office/officeart/2018/5/layout/CenteredIconLabelDescriptionList"/>
    <dgm:cxn modelId="{98A40C75-1244-4FC0-A0F8-CBD4ED471215}" type="presOf" srcId="{33968E98-6F9E-428F-8CE0-6596FDF45495}" destId="{531DB4B6-4C6A-4F6B-A28A-5DAE1AA611CC}" srcOrd="0" destOrd="0" presId="urn:microsoft.com/office/officeart/2018/5/layout/CenteredIconLabelDescriptionList"/>
    <dgm:cxn modelId="{867B9489-98BB-4055-A4E6-291164F77581}" srcId="{4D766FCB-769F-40FE-BD76-2DB6E71679BF}" destId="{06A3C9B4-DAF2-415A-993E-0E13A2F1D351}" srcOrd="0" destOrd="0" parTransId="{E2CCE24A-2D21-4D4B-8649-AD2CB0F2E1A5}" sibTransId="{2E47D019-8FF5-4540-AE7D-E2FDA54A7C8F}"/>
    <dgm:cxn modelId="{FAC5F3BA-F057-4B98-915F-BB8A46049B48}" type="presOf" srcId="{29C7C0E0-D379-4AC7-9A02-D3D406D9AE27}" destId="{6A855F9E-6952-45B6-8640-E5CDA2A424F5}" srcOrd="0" destOrd="0" presId="urn:microsoft.com/office/officeart/2018/5/layout/CenteredIconLabelDescriptionList"/>
    <dgm:cxn modelId="{C6E303DC-2C64-4CDF-8CDB-37D3A5E0F3A4}" srcId="{FEDED91B-3D1D-4256-B1F5-FF384A52182E}" destId="{29C7C0E0-D379-4AC7-9A02-D3D406D9AE27}" srcOrd="4" destOrd="0" parTransId="{BA867F59-BA4C-4B53-95B7-CFE51A6D1BA4}" sibTransId="{9B83E050-05C7-4CB0-86C7-0D95221A1793}"/>
    <dgm:cxn modelId="{34909DF0-AE85-42B0-8321-BC4CDF1CD594}" srcId="{FEDED91B-3D1D-4256-B1F5-FF384A52182E}" destId="{4D766FCB-769F-40FE-BD76-2DB6E71679BF}" srcOrd="0" destOrd="0" parTransId="{B5AD9AB9-DF34-4517-AA72-0C5459007AF0}" sibTransId="{83CEB3CC-CF6E-49FA-AB62-F0E95A025208}"/>
    <dgm:cxn modelId="{831763FB-713B-4E84-9FC4-9564B9078A9C}" type="presOf" srcId="{FEDED91B-3D1D-4256-B1F5-FF384A52182E}" destId="{81877A9A-578D-4D53-9381-62D642F45D53}" srcOrd="0" destOrd="0" presId="urn:microsoft.com/office/officeart/2018/5/layout/CenteredIconLabelDescriptionList"/>
    <dgm:cxn modelId="{3BCBFD0D-0AD6-492A-A65C-DD0A7AA118A9}" type="presParOf" srcId="{81877A9A-578D-4D53-9381-62D642F45D53}" destId="{B042C42B-7E36-4C49-95DE-0E5194954D64}" srcOrd="0" destOrd="0" presId="urn:microsoft.com/office/officeart/2018/5/layout/CenteredIconLabelDescriptionList"/>
    <dgm:cxn modelId="{80CED964-DBBD-4537-B543-958164DF0712}" type="presParOf" srcId="{B042C42B-7E36-4C49-95DE-0E5194954D64}" destId="{56196CDE-28C6-46A7-ACEB-32B924DB8C10}" srcOrd="0" destOrd="0" presId="urn:microsoft.com/office/officeart/2018/5/layout/CenteredIconLabelDescriptionList"/>
    <dgm:cxn modelId="{696959CF-4708-49F7-B48C-B0B020A3C1EB}" type="presParOf" srcId="{B042C42B-7E36-4C49-95DE-0E5194954D64}" destId="{F88F81FC-FD29-4D88-B34F-BD15B69A0216}" srcOrd="1" destOrd="0" presId="urn:microsoft.com/office/officeart/2018/5/layout/CenteredIconLabelDescriptionList"/>
    <dgm:cxn modelId="{954DDEE5-06B7-4F4A-9EA8-7CF7FEC97AFD}" type="presParOf" srcId="{B042C42B-7E36-4C49-95DE-0E5194954D64}" destId="{D1854B4E-8FE9-4A69-A4A7-C6986C626138}" srcOrd="2" destOrd="0" presId="urn:microsoft.com/office/officeart/2018/5/layout/CenteredIconLabelDescriptionList"/>
    <dgm:cxn modelId="{B2D77885-05DA-4AAE-96CD-85C1263F3F2C}" type="presParOf" srcId="{B042C42B-7E36-4C49-95DE-0E5194954D64}" destId="{27D0890D-3896-47D9-B0ED-9030D638D9D7}" srcOrd="3" destOrd="0" presId="urn:microsoft.com/office/officeart/2018/5/layout/CenteredIconLabelDescriptionList"/>
    <dgm:cxn modelId="{F96012CC-E538-445F-8B8D-939E47F8BE4C}" type="presParOf" srcId="{B042C42B-7E36-4C49-95DE-0E5194954D64}" destId="{A06B449F-EEA9-4E23-93D7-28541165905E}" srcOrd="4" destOrd="0" presId="urn:microsoft.com/office/officeart/2018/5/layout/CenteredIconLabelDescriptionList"/>
    <dgm:cxn modelId="{7527548F-6C15-4A2A-A676-4E8391B6FF23}" type="presParOf" srcId="{81877A9A-578D-4D53-9381-62D642F45D53}" destId="{ECC0F8AA-8474-4B27-B331-09BB9C341956}" srcOrd="1" destOrd="0" presId="urn:microsoft.com/office/officeart/2018/5/layout/CenteredIconLabelDescriptionList"/>
    <dgm:cxn modelId="{184FEA25-C554-481E-8932-325EEEB3D92E}" type="presParOf" srcId="{81877A9A-578D-4D53-9381-62D642F45D53}" destId="{F716AA33-F249-4520-839D-1D0708467375}" srcOrd="2" destOrd="0" presId="urn:microsoft.com/office/officeart/2018/5/layout/CenteredIconLabelDescriptionList"/>
    <dgm:cxn modelId="{03E146D5-ECBA-48C1-8A9A-07374479992B}" type="presParOf" srcId="{F716AA33-F249-4520-839D-1D0708467375}" destId="{1FA24BBF-3516-49A1-AA63-53AC1C1E7FD6}" srcOrd="0" destOrd="0" presId="urn:microsoft.com/office/officeart/2018/5/layout/CenteredIconLabelDescriptionList"/>
    <dgm:cxn modelId="{AE2D603E-2EDE-423D-8ABD-0B480501F7AE}" type="presParOf" srcId="{F716AA33-F249-4520-839D-1D0708467375}" destId="{E53B106A-F621-4D70-A8C8-62C18293CA51}" srcOrd="1" destOrd="0" presId="urn:microsoft.com/office/officeart/2018/5/layout/CenteredIconLabelDescriptionList"/>
    <dgm:cxn modelId="{48BDA473-AEF6-41D7-934F-0159ECC35A37}" type="presParOf" srcId="{F716AA33-F249-4520-839D-1D0708467375}" destId="{531DB4B6-4C6A-4F6B-A28A-5DAE1AA611CC}" srcOrd="2" destOrd="0" presId="urn:microsoft.com/office/officeart/2018/5/layout/CenteredIconLabelDescriptionList"/>
    <dgm:cxn modelId="{DE812A10-CD21-4227-A09B-7636C91A7FFA}" type="presParOf" srcId="{F716AA33-F249-4520-839D-1D0708467375}" destId="{68810581-CE7D-4675-BC43-2BF92033061E}" srcOrd="3" destOrd="0" presId="urn:microsoft.com/office/officeart/2018/5/layout/CenteredIconLabelDescriptionList"/>
    <dgm:cxn modelId="{F19B4FDC-7AFC-4808-8D07-6DDC5AF066BC}" type="presParOf" srcId="{F716AA33-F249-4520-839D-1D0708467375}" destId="{3AD96521-E816-4F6E-9F0B-5DC5D1A3D709}" srcOrd="4" destOrd="0" presId="urn:microsoft.com/office/officeart/2018/5/layout/CenteredIconLabelDescriptionList"/>
    <dgm:cxn modelId="{4056B6D5-11FA-41CF-A413-78467E028E9D}" type="presParOf" srcId="{81877A9A-578D-4D53-9381-62D642F45D53}" destId="{E893E7BE-6537-4E3B-B546-DB2BF3EA40CD}" srcOrd="3" destOrd="0" presId="urn:microsoft.com/office/officeart/2018/5/layout/CenteredIconLabelDescriptionList"/>
    <dgm:cxn modelId="{533D563E-FC3A-4B6E-805A-938C80F66335}" type="presParOf" srcId="{81877A9A-578D-4D53-9381-62D642F45D53}" destId="{9E1161EE-827C-4DDC-B9A7-4287AD7EFED1}" srcOrd="4" destOrd="0" presId="urn:microsoft.com/office/officeart/2018/5/layout/CenteredIconLabelDescriptionList"/>
    <dgm:cxn modelId="{86A366AB-86DF-4019-B242-3497FBEDA4D1}" type="presParOf" srcId="{9E1161EE-827C-4DDC-B9A7-4287AD7EFED1}" destId="{25AB9E65-490F-4B84-AD4D-F7B849BA534C}" srcOrd="0" destOrd="0" presId="urn:microsoft.com/office/officeart/2018/5/layout/CenteredIconLabelDescriptionList"/>
    <dgm:cxn modelId="{E2035353-85BB-4B79-8C97-4E0FFB4838DF}" type="presParOf" srcId="{9E1161EE-827C-4DDC-B9A7-4287AD7EFED1}" destId="{F3B39488-0236-4411-A944-3BD05D2D2166}" srcOrd="1" destOrd="0" presId="urn:microsoft.com/office/officeart/2018/5/layout/CenteredIconLabelDescriptionList"/>
    <dgm:cxn modelId="{FD961B8C-B05D-4C86-BE52-50334B178588}" type="presParOf" srcId="{9E1161EE-827C-4DDC-B9A7-4287AD7EFED1}" destId="{D3691F5C-275C-4EF7-B188-0B0612759146}" srcOrd="2" destOrd="0" presId="urn:microsoft.com/office/officeart/2018/5/layout/CenteredIconLabelDescriptionList"/>
    <dgm:cxn modelId="{CDDB2B60-F795-4485-A222-2256F461DC1F}" type="presParOf" srcId="{9E1161EE-827C-4DDC-B9A7-4287AD7EFED1}" destId="{49196024-4A97-4662-B605-66D589DD043E}" srcOrd="3" destOrd="0" presId="urn:microsoft.com/office/officeart/2018/5/layout/CenteredIconLabelDescriptionList"/>
    <dgm:cxn modelId="{6DD9440C-2C09-4C41-BB89-5D6489D990D5}" type="presParOf" srcId="{9E1161EE-827C-4DDC-B9A7-4287AD7EFED1}" destId="{F1CF0E4B-2A07-4CFA-9B79-34EBAA6C587D}" srcOrd="4" destOrd="0" presId="urn:microsoft.com/office/officeart/2018/5/layout/CenteredIconLabelDescriptionList"/>
    <dgm:cxn modelId="{C1664226-232C-464D-8357-13378B4AA842}" type="presParOf" srcId="{81877A9A-578D-4D53-9381-62D642F45D53}" destId="{CE22E8FF-7517-4E9E-82C5-610665AFD791}" srcOrd="5" destOrd="0" presId="urn:microsoft.com/office/officeart/2018/5/layout/CenteredIconLabelDescriptionList"/>
    <dgm:cxn modelId="{DBD023A6-D8C2-430E-B152-619214A05BEA}" type="presParOf" srcId="{81877A9A-578D-4D53-9381-62D642F45D53}" destId="{37EF7B19-F5D2-4415-B55D-30CD5D7FEE04}" srcOrd="6" destOrd="0" presId="urn:microsoft.com/office/officeart/2018/5/layout/CenteredIconLabelDescriptionList"/>
    <dgm:cxn modelId="{CE901A05-B23E-4C0B-84EC-2D6C78FD9C64}" type="presParOf" srcId="{37EF7B19-F5D2-4415-B55D-30CD5D7FEE04}" destId="{AA2A5972-B9B7-482E-BECA-339768413EE9}" srcOrd="0" destOrd="0" presId="urn:microsoft.com/office/officeart/2018/5/layout/CenteredIconLabelDescriptionList"/>
    <dgm:cxn modelId="{36910129-8527-45AF-8C31-1B1BCD0109FD}" type="presParOf" srcId="{37EF7B19-F5D2-4415-B55D-30CD5D7FEE04}" destId="{8436E7B5-F565-407A-B257-D26D11AFC0FA}" srcOrd="1" destOrd="0" presId="urn:microsoft.com/office/officeart/2018/5/layout/CenteredIconLabelDescriptionList"/>
    <dgm:cxn modelId="{8BF73EE7-9B94-4C18-8AA6-E9B8ECD91DAF}" type="presParOf" srcId="{37EF7B19-F5D2-4415-B55D-30CD5D7FEE04}" destId="{870B0CBE-B113-472A-9337-8B95240BB196}" srcOrd="2" destOrd="0" presId="urn:microsoft.com/office/officeart/2018/5/layout/CenteredIconLabelDescriptionList"/>
    <dgm:cxn modelId="{88F5A1F3-3D4E-4A4B-9047-6DE0EFE63198}" type="presParOf" srcId="{37EF7B19-F5D2-4415-B55D-30CD5D7FEE04}" destId="{EA4740B1-BA67-411C-A894-DF2128264E5D}" srcOrd="3" destOrd="0" presId="urn:microsoft.com/office/officeart/2018/5/layout/CenteredIconLabelDescriptionList"/>
    <dgm:cxn modelId="{4B783153-B1EE-4717-8C5B-6C605D265309}" type="presParOf" srcId="{37EF7B19-F5D2-4415-B55D-30CD5D7FEE04}" destId="{5E17D09A-BE5C-44B5-907F-85DE4D893E60}" srcOrd="4" destOrd="0" presId="urn:microsoft.com/office/officeart/2018/5/layout/CenteredIconLabelDescriptionList"/>
    <dgm:cxn modelId="{7C48631C-E42C-4FF0-A4AB-34117FF1787A}" type="presParOf" srcId="{81877A9A-578D-4D53-9381-62D642F45D53}" destId="{4D8ADC4E-FA11-4937-8020-89DC63D481BA}" srcOrd="7" destOrd="0" presId="urn:microsoft.com/office/officeart/2018/5/layout/CenteredIconLabelDescriptionList"/>
    <dgm:cxn modelId="{AB9800DC-3857-4858-BE36-1257DE1939EA}" type="presParOf" srcId="{81877A9A-578D-4D53-9381-62D642F45D53}" destId="{D7E0702F-E032-471B-919A-2CB5302202E8}" srcOrd="8" destOrd="0" presId="urn:microsoft.com/office/officeart/2018/5/layout/CenteredIconLabelDescriptionList"/>
    <dgm:cxn modelId="{9EE8F600-E1E1-47EE-9A71-B9400DA9018F}" type="presParOf" srcId="{D7E0702F-E032-471B-919A-2CB5302202E8}" destId="{4024A234-56C8-49BC-93AF-63BF5517095F}" srcOrd="0" destOrd="0" presId="urn:microsoft.com/office/officeart/2018/5/layout/CenteredIconLabelDescriptionList"/>
    <dgm:cxn modelId="{04325D3F-B916-4C5B-9FEA-370A5286859E}" type="presParOf" srcId="{D7E0702F-E032-471B-919A-2CB5302202E8}" destId="{990BC603-834D-4814-8805-513CEA1A4B9E}" srcOrd="1" destOrd="0" presId="urn:microsoft.com/office/officeart/2018/5/layout/CenteredIconLabelDescriptionList"/>
    <dgm:cxn modelId="{BE19E862-929F-47FF-9EA2-D66EE29C8D75}" type="presParOf" srcId="{D7E0702F-E032-471B-919A-2CB5302202E8}" destId="{6A855F9E-6952-45B6-8640-E5CDA2A424F5}" srcOrd="2" destOrd="0" presId="urn:microsoft.com/office/officeart/2018/5/layout/CenteredIconLabelDescriptionList"/>
    <dgm:cxn modelId="{9ECE738E-476C-41F6-A292-AF7BF20A5841}" type="presParOf" srcId="{D7E0702F-E032-471B-919A-2CB5302202E8}" destId="{7E21F541-E7E3-4422-B205-8E4D247D84CD}" srcOrd="3" destOrd="0" presId="urn:microsoft.com/office/officeart/2018/5/layout/CenteredIconLabelDescriptionList"/>
    <dgm:cxn modelId="{64361062-8669-4024-9F20-EE2038B8E910}" type="presParOf" srcId="{D7E0702F-E032-471B-919A-2CB5302202E8}" destId="{78F92E50-AF13-43FB-91C7-2FB303A76DB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96CDE-28C6-46A7-ACEB-32B924DB8C10}">
      <dsp:nvSpPr>
        <dsp:cNvPr id="0" name=""/>
        <dsp:cNvSpPr/>
      </dsp:nvSpPr>
      <dsp:spPr>
        <a:xfrm>
          <a:off x="356211" y="966486"/>
          <a:ext cx="383167" cy="383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54B4E-8FE9-4A69-A4A7-C6986C626138}">
      <dsp:nvSpPr>
        <dsp:cNvPr id="0" name=""/>
        <dsp:cNvSpPr/>
      </dsp:nvSpPr>
      <dsp:spPr>
        <a:xfrm>
          <a:off x="412" y="1486068"/>
          <a:ext cx="1094765" cy="21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Computers are used for many different purposes in many different situations.</a:t>
          </a:r>
        </a:p>
      </dsp:txBody>
      <dsp:txXfrm>
        <a:off x="412" y="1486068"/>
        <a:ext cx="1094765" cy="2179054"/>
      </dsp:txXfrm>
    </dsp:sp>
    <dsp:sp modelId="{A06B449F-EEA9-4E23-93D7-28541165905E}">
      <dsp:nvSpPr>
        <dsp:cNvPr id="0" name=""/>
        <dsp:cNvSpPr/>
      </dsp:nvSpPr>
      <dsp:spPr>
        <a:xfrm>
          <a:off x="412" y="3728571"/>
          <a:ext cx="1094765" cy="410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12" y="3728571"/>
        <a:ext cx="1094765" cy="410343"/>
      </dsp:txXfrm>
    </dsp:sp>
    <dsp:sp modelId="{1FA24BBF-3516-49A1-AA63-53AC1C1E7FD6}">
      <dsp:nvSpPr>
        <dsp:cNvPr id="0" name=""/>
        <dsp:cNvSpPr/>
      </dsp:nvSpPr>
      <dsp:spPr>
        <a:xfrm>
          <a:off x="1642561" y="966486"/>
          <a:ext cx="383167" cy="383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DB4B6-4C6A-4F6B-A28A-5DAE1AA611CC}">
      <dsp:nvSpPr>
        <dsp:cNvPr id="0" name=""/>
        <dsp:cNvSpPr/>
      </dsp:nvSpPr>
      <dsp:spPr>
        <a:xfrm>
          <a:off x="1286762" y="1486068"/>
          <a:ext cx="1094765" cy="21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The ability for a computer to be programmed allows it to do whatever their programs tell them what to do.</a:t>
          </a:r>
        </a:p>
      </dsp:txBody>
      <dsp:txXfrm>
        <a:off x="1286762" y="1486068"/>
        <a:ext cx="1094765" cy="2179054"/>
      </dsp:txXfrm>
    </dsp:sp>
    <dsp:sp modelId="{3AD96521-E816-4F6E-9F0B-5DC5D1A3D709}">
      <dsp:nvSpPr>
        <dsp:cNvPr id="0" name=""/>
        <dsp:cNvSpPr/>
      </dsp:nvSpPr>
      <dsp:spPr>
        <a:xfrm>
          <a:off x="1286762" y="3728571"/>
          <a:ext cx="1094765" cy="410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B9E65-490F-4B84-AD4D-F7B849BA534C}">
      <dsp:nvSpPr>
        <dsp:cNvPr id="0" name=""/>
        <dsp:cNvSpPr/>
      </dsp:nvSpPr>
      <dsp:spPr>
        <a:xfrm>
          <a:off x="2928911" y="966486"/>
          <a:ext cx="383167" cy="383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91F5C-275C-4EF7-B188-0B0612759146}">
      <dsp:nvSpPr>
        <dsp:cNvPr id="0" name=""/>
        <dsp:cNvSpPr/>
      </dsp:nvSpPr>
      <dsp:spPr>
        <a:xfrm>
          <a:off x="2573112" y="1486068"/>
          <a:ext cx="1094765" cy="21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</a:t>
          </a:r>
          <a:r>
            <a:rPr lang="en-US" sz="1400" u="sng" kern="1200" dirty="0"/>
            <a:t>program</a:t>
          </a:r>
          <a:r>
            <a:rPr lang="en-US" sz="1400" kern="1200" dirty="0"/>
            <a:t> is a set of instructions that tell a computer what to do.</a:t>
          </a:r>
        </a:p>
      </dsp:txBody>
      <dsp:txXfrm>
        <a:off x="2573112" y="1486068"/>
        <a:ext cx="1094765" cy="2179054"/>
      </dsp:txXfrm>
    </dsp:sp>
    <dsp:sp modelId="{F1CF0E4B-2A07-4CFA-9B79-34EBAA6C587D}">
      <dsp:nvSpPr>
        <dsp:cNvPr id="0" name=""/>
        <dsp:cNvSpPr/>
      </dsp:nvSpPr>
      <dsp:spPr>
        <a:xfrm>
          <a:off x="2573112" y="3728571"/>
          <a:ext cx="1094765" cy="410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2A5972-B9B7-482E-BECA-339768413EE9}">
      <dsp:nvSpPr>
        <dsp:cNvPr id="0" name=""/>
        <dsp:cNvSpPr/>
      </dsp:nvSpPr>
      <dsp:spPr>
        <a:xfrm>
          <a:off x="4215260" y="966486"/>
          <a:ext cx="383167" cy="3831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B0CBE-B113-472A-9337-8B95240BB196}">
      <dsp:nvSpPr>
        <dsp:cNvPr id="0" name=""/>
        <dsp:cNvSpPr/>
      </dsp:nvSpPr>
      <dsp:spPr>
        <a:xfrm>
          <a:off x="3859461" y="1486068"/>
          <a:ext cx="1094765" cy="21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 computer cannot do anything unless it has a program to tell it what to do.</a:t>
          </a:r>
        </a:p>
      </dsp:txBody>
      <dsp:txXfrm>
        <a:off x="3859461" y="1486068"/>
        <a:ext cx="1094765" cy="2179054"/>
      </dsp:txXfrm>
    </dsp:sp>
    <dsp:sp modelId="{5E17D09A-BE5C-44B5-907F-85DE4D893E60}">
      <dsp:nvSpPr>
        <dsp:cNvPr id="0" name=""/>
        <dsp:cNvSpPr/>
      </dsp:nvSpPr>
      <dsp:spPr>
        <a:xfrm>
          <a:off x="3859461" y="3728571"/>
          <a:ext cx="1094765" cy="410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24A234-56C8-49BC-93AF-63BF5517095F}">
      <dsp:nvSpPr>
        <dsp:cNvPr id="0" name=""/>
        <dsp:cNvSpPr/>
      </dsp:nvSpPr>
      <dsp:spPr>
        <a:xfrm>
          <a:off x="5501610" y="966486"/>
          <a:ext cx="383167" cy="3831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55F9E-6952-45B6-8640-E5CDA2A424F5}">
      <dsp:nvSpPr>
        <dsp:cNvPr id="0" name=""/>
        <dsp:cNvSpPr/>
      </dsp:nvSpPr>
      <dsp:spPr>
        <a:xfrm>
          <a:off x="5145811" y="1486068"/>
          <a:ext cx="1094765" cy="21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 this class, we will focus on writing these programs.</a:t>
          </a:r>
        </a:p>
      </dsp:txBody>
      <dsp:txXfrm>
        <a:off x="5145811" y="1486068"/>
        <a:ext cx="1094765" cy="2179054"/>
      </dsp:txXfrm>
    </dsp:sp>
    <dsp:sp modelId="{78F92E50-AF13-43FB-91C7-2FB303A76DBA}">
      <dsp:nvSpPr>
        <dsp:cNvPr id="0" name=""/>
        <dsp:cNvSpPr/>
      </dsp:nvSpPr>
      <dsp:spPr>
        <a:xfrm>
          <a:off x="5145811" y="3728571"/>
          <a:ext cx="1094765" cy="410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8/30/2022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8/30/2022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73268-8BC6-B3B0-B27E-AF380462707E}"/>
              </a:ext>
            </a:extLst>
          </p:cNvPr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A77C00-64C5-5395-F046-8A2459450252}"/>
              </a:ext>
            </a:extLst>
          </p:cNvPr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0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1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6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9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1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4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1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4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An empty placeholder to add an image. Click on the placeholder and select the image that you wish to add.">
            <a:extLst>
              <a:ext uri="{FF2B5EF4-FFF2-40B4-BE49-F238E27FC236}">
                <a16:creationId xmlns:a16="http://schemas.microsoft.com/office/drawing/2014/main" id="{BF413025-BAFA-382C-F427-82CDA0874D34}"/>
              </a:ext>
            </a:extLst>
          </p:cNvPr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0052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26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8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79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44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7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79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44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CC0096-1860-4642-9CD2-0079EA5E7CD1}" type="datetimeFigureOut">
              <a:rPr lang="en-US" smtClean="0"/>
              <a:pPr/>
              <a:t>8/30/2022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8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56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7" Type="http://schemas.openxmlformats.org/officeDocument/2006/relationships/image" Target="../media/image12.png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8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8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Introduction to Computers and Programming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Basic knowledge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484312" y="260648"/>
            <a:ext cx="9364216" cy="13716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Programming – Why?</a:t>
            </a:r>
            <a:endParaRPr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8" name="Content Placeholder 13">
            <a:extLst>
              <a:ext uri="{FF2B5EF4-FFF2-40B4-BE49-F238E27FC236}">
                <a16:creationId xmlns:a16="http://schemas.microsoft.com/office/drawing/2014/main" id="{B59ED732-B536-CA3E-A0AC-AFD900302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260935"/>
              </p:ext>
            </p:extLst>
          </p:nvPr>
        </p:nvGraphicFramePr>
        <p:xfrm>
          <a:off x="5807968" y="1196752"/>
          <a:ext cx="6240990" cy="5105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1C51F-E7AE-D35C-9CC8-A35E9C74D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CFEA8-1FBA-813D-185F-916E80F426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231" y="2276872"/>
            <a:ext cx="400616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1464" y="44624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Programming – What?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DCEFA-B572-E251-05FE-B351A1DAE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7488" y="1628800"/>
            <a:ext cx="10018713" cy="403244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Programs are used to operate the components of a computer, solve problems or satisfy a want/need.</a:t>
            </a:r>
          </a:p>
          <a:p>
            <a:pPr lvl="1"/>
            <a:r>
              <a:rPr lang="en-US" dirty="0"/>
              <a:t>How long will it take me to get home if I drive </a:t>
            </a:r>
            <a:r>
              <a:rPr lang="en-US" i="1" dirty="0"/>
              <a:t>x</a:t>
            </a:r>
            <a:r>
              <a:rPr lang="en-US" dirty="0"/>
              <a:t> miles per hour?</a:t>
            </a:r>
          </a:p>
          <a:p>
            <a:pPr lvl="1"/>
            <a:r>
              <a:rPr lang="en-US" dirty="0"/>
              <a:t>I want to be able to tell my friends what I am doing right now.</a:t>
            </a:r>
          </a:p>
          <a:p>
            <a:r>
              <a:rPr lang="en-US" dirty="0"/>
              <a:t>Computer Programming is both an Art and a Science</a:t>
            </a:r>
          </a:p>
          <a:p>
            <a:pPr lvl="1"/>
            <a:r>
              <a:rPr lang="en-US" dirty="0"/>
              <a:t>Every aspect of a program must be carefully designed</a:t>
            </a:r>
          </a:p>
          <a:p>
            <a:r>
              <a:rPr lang="en-US" dirty="0"/>
              <a:t>As an art, programming takes creativity and problem solving.</a:t>
            </a:r>
          </a:p>
          <a:p>
            <a:pPr lvl="1"/>
            <a:r>
              <a:rPr lang="en-US" dirty="0"/>
              <a:t>There is often no one correct way to solve a problem.</a:t>
            </a:r>
          </a:p>
          <a:p>
            <a:r>
              <a:rPr lang="en-US" dirty="0"/>
              <a:t>As a science, there are formal and proven methods to go about creating a programming.</a:t>
            </a:r>
          </a:p>
          <a:p>
            <a:r>
              <a:rPr lang="en-US" dirty="0"/>
              <a:t>In this course, you will learn both the art and science of programming.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04665"/>
            <a:ext cx="10018713" cy="6621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Hardware and Software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1066802"/>
            <a:ext cx="4895055" cy="5602558"/>
          </a:xfrm>
        </p:spPr>
        <p:txBody>
          <a:bodyPr>
            <a:normAutofit/>
          </a:bodyPr>
          <a:lstStyle/>
          <a:p>
            <a:r>
              <a:rPr lang="en-US" sz="1600" dirty="0"/>
              <a:t>Programs can also be called </a:t>
            </a:r>
            <a:r>
              <a:rPr lang="en-US" sz="1600" u="sng" dirty="0"/>
              <a:t>software</a:t>
            </a:r>
            <a:r>
              <a:rPr lang="en-US" sz="1600" dirty="0"/>
              <a:t>.</a:t>
            </a:r>
          </a:p>
          <a:p>
            <a:pPr lvl="1"/>
            <a:r>
              <a:rPr lang="en-US" u="sng" dirty="0"/>
              <a:t>Software</a:t>
            </a:r>
            <a:r>
              <a:rPr lang="en-US" dirty="0"/>
              <a:t> refers to the computer programs that a computer uses to complete a task.</a:t>
            </a:r>
          </a:p>
          <a:p>
            <a:r>
              <a:rPr lang="en-US" sz="1600" u="sng" dirty="0"/>
              <a:t>Hardware</a:t>
            </a:r>
            <a:r>
              <a:rPr lang="en-US" sz="1600" dirty="0"/>
              <a:t> refers to the physical components that a computer is made of. </a:t>
            </a:r>
          </a:p>
          <a:p>
            <a:pPr lvl="1"/>
            <a:r>
              <a:rPr lang="en-US" dirty="0"/>
              <a:t>A computer is not one device, but a system of devices working in tandem.</a:t>
            </a:r>
          </a:p>
          <a:p>
            <a:pPr lvl="1"/>
            <a:r>
              <a:rPr lang="en-US" dirty="0"/>
              <a:t>Each device plays a part.</a:t>
            </a:r>
          </a:p>
          <a:p>
            <a:pPr lvl="1"/>
            <a:r>
              <a:rPr lang="en-US" dirty="0"/>
              <a:t>Major components:</a:t>
            </a:r>
          </a:p>
          <a:p>
            <a:pPr lvl="2"/>
            <a:r>
              <a:rPr lang="en-US" sz="1600" dirty="0"/>
              <a:t>Central Processing Unit</a:t>
            </a:r>
          </a:p>
          <a:p>
            <a:pPr lvl="2"/>
            <a:r>
              <a:rPr lang="en-US" sz="1600" dirty="0"/>
              <a:t>Main Memory</a:t>
            </a:r>
          </a:p>
          <a:p>
            <a:pPr lvl="2"/>
            <a:r>
              <a:rPr lang="en-US" sz="1600" dirty="0"/>
              <a:t>Secondary Storage Devices</a:t>
            </a:r>
          </a:p>
          <a:p>
            <a:pPr lvl="2"/>
            <a:r>
              <a:rPr lang="en-US" sz="1600" dirty="0"/>
              <a:t>Input Devices</a:t>
            </a:r>
          </a:p>
          <a:p>
            <a:pPr lvl="2"/>
            <a:r>
              <a:rPr lang="en-US" sz="1600" dirty="0"/>
              <a:t>Output Devices</a:t>
            </a:r>
            <a:endParaRPr sz="1600"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40824C3A-3C7B-3107-5E52-7A0B65E27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4072" y="1700808"/>
            <a:ext cx="4895850" cy="3456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129196"/>
            <a:ext cx="8856984" cy="77952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Central Processing Unit (CPU)</a:t>
            </a:r>
            <a:endParaRPr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D481-708F-7726-EA89-F8576CC7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628800"/>
            <a:ext cx="6240990" cy="5105401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 CPU is the heart and brain of the computer.</a:t>
            </a:r>
          </a:p>
          <a:p>
            <a:r>
              <a:rPr lang="en-US" sz="1800" dirty="0"/>
              <a:t>The CPU continuously does the following things: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Fetch an instruction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Follow the instruction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Produce some resulting data</a:t>
            </a:r>
          </a:p>
          <a:p>
            <a:r>
              <a:rPr lang="en-US" sz="1800" dirty="0"/>
              <a:t>The CPU has two  parts:</a:t>
            </a:r>
          </a:p>
          <a:p>
            <a:pPr lvl="1"/>
            <a:r>
              <a:rPr lang="en-US" dirty="0"/>
              <a:t>Control Unit</a:t>
            </a:r>
          </a:p>
          <a:p>
            <a:pPr lvl="2"/>
            <a:r>
              <a:rPr lang="en-US" sz="1800" dirty="0"/>
              <a:t>Coordinates the computer’s operations</a:t>
            </a:r>
          </a:p>
          <a:p>
            <a:pPr lvl="2"/>
            <a:r>
              <a:rPr lang="en-US" sz="1800" dirty="0"/>
              <a:t>Determines where to get the next instruction</a:t>
            </a:r>
          </a:p>
          <a:p>
            <a:pPr lvl="2"/>
            <a:r>
              <a:rPr lang="en-US" sz="1800" dirty="0"/>
              <a:t>Regulates the other major components of the computer</a:t>
            </a:r>
          </a:p>
          <a:p>
            <a:pPr lvl="1"/>
            <a:r>
              <a:rPr lang="en-US" dirty="0"/>
              <a:t>Arithmetic and Logic Unit (ALU)</a:t>
            </a:r>
          </a:p>
          <a:p>
            <a:pPr lvl="2"/>
            <a:r>
              <a:rPr lang="en-US" sz="1800" dirty="0"/>
              <a:t>Designed to perform mathematical operations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B4408F-8DC0-2A5F-A0A7-CB7DBF33A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1600240"/>
            <a:ext cx="5006381" cy="371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035C-8A64-DCB3-16F9-53443CE1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536" y="404664"/>
            <a:ext cx="10018713" cy="79898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D02C-8934-5662-A5BA-E0E9F8C5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876" y="1412776"/>
            <a:ext cx="10018713" cy="4471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Main memory holds information that the CPU needs to access quickly.</a:t>
            </a:r>
          </a:p>
          <a:p>
            <a:pPr lvl="1"/>
            <a:r>
              <a:rPr lang="en-US" dirty="0"/>
              <a:t>Namely, the instructions to be executed.</a:t>
            </a:r>
          </a:p>
          <a:p>
            <a:r>
              <a:rPr lang="en-US" dirty="0"/>
              <a:t>When a program is running, some or all of its instructions are in main memory.</a:t>
            </a:r>
          </a:p>
          <a:p>
            <a:r>
              <a:rPr lang="en-US" dirty="0"/>
              <a:t>Memory is divided into sections called </a:t>
            </a:r>
            <a:r>
              <a:rPr lang="en-US" u="sng" dirty="0"/>
              <a:t>bytes</a:t>
            </a:r>
            <a:r>
              <a:rPr lang="en-US" dirty="0"/>
              <a:t> that hold equal amount of data.</a:t>
            </a:r>
          </a:p>
          <a:p>
            <a:r>
              <a:rPr lang="en-US" dirty="0"/>
              <a:t>Each section is made up of 8 bits.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Bit</a:t>
            </a:r>
            <a:r>
              <a:rPr lang="en-US" dirty="0"/>
              <a:t> is the most basic unit of information a computer can hold.  It is a switch that is either on (1) or off (0)</a:t>
            </a:r>
          </a:p>
          <a:p>
            <a:r>
              <a:rPr lang="en-US" dirty="0"/>
              <a:t>Each byte is assigned and can be accessed by its </a:t>
            </a:r>
            <a:r>
              <a:rPr lang="en-US" u="sng" dirty="0"/>
              <a:t>address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Memory Address</a:t>
            </a:r>
            <a:r>
              <a:rPr lang="en-US" dirty="0"/>
              <a:t> is a unique identifying number associated with a byte in memory.</a:t>
            </a:r>
          </a:p>
          <a:p>
            <a:r>
              <a:rPr lang="en-US" dirty="0"/>
              <a:t>Main memory typically is volatile.</a:t>
            </a:r>
          </a:p>
          <a:p>
            <a:pPr lvl="1"/>
            <a:r>
              <a:rPr lang="en-US" u="sng" dirty="0"/>
              <a:t>Volatile Memory</a:t>
            </a:r>
            <a:r>
              <a:rPr lang="en-US" dirty="0"/>
              <a:t> – is memory that when it loses power, the contents are erased.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39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F927-26CC-9F84-57E8-C38E7BFF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0" y="476672"/>
            <a:ext cx="10018713" cy="6549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Secondary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8A235-40D5-ED69-1D6D-1D040187C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2776"/>
            <a:ext cx="10018713" cy="5112567"/>
          </a:xfrm>
        </p:spPr>
        <p:txBody>
          <a:bodyPr>
            <a:normAutofit fontScale="25000" lnSpcReduction="20000"/>
          </a:bodyPr>
          <a:lstStyle/>
          <a:p>
            <a:r>
              <a:rPr lang="en-US" sz="7200" u="sng" dirty="0"/>
              <a:t>Secondary Storage</a:t>
            </a:r>
            <a:r>
              <a:rPr lang="en-US" sz="7200" dirty="0"/>
              <a:t> is memory that can hold data for a long period of time.</a:t>
            </a:r>
          </a:p>
          <a:p>
            <a:r>
              <a:rPr lang="en-US" sz="7200" dirty="0"/>
              <a:t>Programs are usually stored in secondary storage and loaded into main memory as needed.</a:t>
            </a:r>
          </a:p>
          <a:p>
            <a:pPr lvl="1"/>
            <a:r>
              <a:rPr lang="en-US" sz="7200" dirty="0"/>
              <a:t>This forms a hierarchy typically called the </a:t>
            </a:r>
            <a:r>
              <a:rPr lang="en-US" sz="7200" u="sng" dirty="0"/>
              <a:t>memory hierarchy</a:t>
            </a:r>
            <a:r>
              <a:rPr lang="en-US" sz="7200" dirty="0"/>
              <a:t>.</a:t>
            </a:r>
          </a:p>
          <a:p>
            <a:r>
              <a:rPr lang="en-US" sz="7200" dirty="0"/>
              <a:t>Common forms of secondary storage:</a:t>
            </a:r>
          </a:p>
          <a:p>
            <a:pPr lvl="1"/>
            <a:r>
              <a:rPr lang="en-US" sz="7200" dirty="0"/>
              <a:t>Hard Drive</a:t>
            </a:r>
          </a:p>
          <a:p>
            <a:pPr lvl="2"/>
            <a:r>
              <a:rPr lang="en-US" sz="7200" dirty="0"/>
              <a:t>Disk Drive</a:t>
            </a:r>
          </a:p>
          <a:p>
            <a:pPr lvl="2"/>
            <a:r>
              <a:rPr lang="en-US" sz="7200" dirty="0"/>
              <a:t>Solid State Drive</a:t>
            </a:r>
          </a:p>
          <a:p>
            <a:pPr lvl="1"/>
            <a:r>
              <a:rPr lang="en-US" sz="7200" dirty="0"/>
              <a:t>Removable Storage</a:t>
            </a:r>
          </a:p>
          <a:p>
            <a:pPr lvl="2"/>
            <a:r>
              <a:rPr lang="en-US" sz="7200" dirty="0"/>
              <a:t>Floppy Disk</a:t>
            </a:r>
          </a:p>
          <a:p>
            <a:pPr lvl="2"/>
            <a:r>
              <a:rPr lang="en-US" sz="7200" dirty="0"/>
              <a:t>CD-ROM</a:t>
            </a:r>
          </a:p>
          <a:p>
            <a:pPr lvl="2"/>
            <a:r>
              <a:rPr lang="en-US" sz="7200" dirty="0"/>
              <a:t>USB Drives</a:t>
            </a:r>
          </a:p>
          <a:p>
            <a:r>
              <a:rPr lang="en-US" sz="7200" dirty="0"/>
              <a:t>Other files can be stored in secondary storage:</a:t>
            </a:r>
          </a:p>
          <a:p>
            <a:pPr lvl="1"/>
            <a:r>
              <a:rPr lang="en-US" sz="7200" dirty="0"/>
              <a:t>Documents</a:t>
            </a:r>
          </a:p>
          <a:p>
            <a:pPr lvl="1"/>
            <a:r>
              <a:rPr lang="en-US" sz="7200" dirty="0"/>
              <a:t>Pictures</a:t>
            </a:r>
          </a:p>
          <a:p>
            <a:pPr lvl="1"/>
            <a:r>
              <a:rPr lang="en-US" sz="7200" dirty="0"/>
              <a:t>Whatever else you save on your computer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5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A940-1312-ED59-65BA-0CCE2413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70992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083D-A19D-ABA3-8A27-0467D463F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72817"/>
            <a:ext cx="10018713" cy="4399382"/>
          </a:xfrm>
        </p:spPr>
        <p:txBody>
          <a:bodyPr/>
          <a:lstStyle/>
          <a:p>
            <a:r>
              <a:rPr lang="en-US" u="sng" dirty="0"/>
              <a:t>Input</a:t>
            </a:r>
            <a:r>
              <a:rPr lang="en-US" dirty="0"/>
              <a:t> is any data the computer collects from the outside world.</a:t>
            </a:r>
          </a:p>
          <a:p>
            <a:r>
              <a:rPr lang="en-US" dirty="0"/>
              <a:t>An </a:t>
            </a:r>
            <a:r>
              <a:rPr lang="en-US" u="sng" dirty="0"/>
              <a:t>Input Device</a:t>
            </a:r>
            <a:r>
              <a:rPr lang="en-US" dirty="0"/>
              <a:t> is anything that collects data and sends it to the computer.</a:t>
            </a:r>
          </a:p>
          <a:p>
            <a:r>
              <a:rPr lang="en-US" dirty="0"/>
              <a:t>Common Input Devices:</a:t>
            </a:r>
          </a:p>
          <a:p>
            <a:pPr lvl="1"/>
            <a:r>
              <a:rPr lang="en-US" dirty="0"/>
              <a:t>Keyboard</a:t>
            </a:r>
          </a:p>
          <a:p>
            <a:pPr lvl="1"/>
            <a:r>
              <a:rPr lang="en-US" dirty="0"/>
              <a:t>Mouse</a:t>
            </a:r>
          </a:p>
          <a:p>
            <a:pPr lvl="1"/>
            <a:r>
              <a:rPr lang="en-US" dirty="0"/>
              <a:t>Scanner</a:t>
            </a:r>
          </a:p>
          <a:p>
            <a:pPr lvl="1"/>
            <a:r>
              <a:rPr lang="en-US" dirty="0"/>
              <a:t>Digital Camera</a:t>
            </a:r>
          </a:p>
          <a:p>
            <a:pPr lvl="1"/>
            <a:r>
              <a:rPr lang="en-US" dirty="0"/>
              <a:t>Disk Drive</a:t>
            </a:r>
          </a:p>
          <a:p>
            <a:pPr lvl="1"/>
            <a:r>
              <a:rPr lang="en-US" dirty="0"/>
              <a:t>USB Drive</a:t>
            </a:r>
          </a:p>
        </p:txBody>
      </p:sp>
    </p:spTree>
    <p:extLst>
      <p:ext uri="{BB962C8B-B14F-4D97-AF65-F5344CB8AC3E}">
        <p14:creationId xmlns:p14="http://schemas.microsoft.com/office/powerpoint/2010/main" val="414561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31C7-3D79-55DB-6805-405C6748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9898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Output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EE049-BF06-FFC8-9883-5B3FA22A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00809"/>
            <a:ext cx="10018713" cy="4090392"/>
          </a:xfrm>
        </p:spPr>
        <p:txBody>
          <a:bodyPr>
            <a:normAutofit/>
          </a:bodyPr>
          <a:lstStyle/>
          <a:p>
            <a:r>
              <a:rPr lang="en-US" u="sng" dirty="0"/>
              <a:t>Output</a:t>
            </a:r>
            <a:r>
              <a:rPr lang="en-US" dirty="0"/>
              <a:t> is any data the computer sends to the outside world.</a:t>
            </a:r>
          </a:p>
          <a:p>
            <a:r>
              <a:rPr lang="en-US" dirty="0"/>
              <a:t>An </a:t>
            </a:r>
            <a:r>
              <a:rPr lang="en-US" u="sng" dirty="0"/>
              <a:t>Output Device</a:t>
            </a:r>
            <a:r>
              <a:rPr lang="en-US" dirty="0"/>
              <a:t> formats data and presents it to the outside world.</a:t>
            </a:r>
          </a:p>
          <a:p>
            <a:r>
              <a:rPr lang="en-US" dirty="0"/>
              <a:t>Common Output Devices:</a:t>
            </a:r>
          </a:p>
          <a:p>
            <a:pPr lvl="1"/>
            <a:r>
              <a:rPr lang="en-US" dirty="0"/>
              <a:t>Monitor</a:t>
            </a:r>
          </a:p>
          <a:p>
            <a:pPr lvl="1"/>
            <a:r>
              <a:rPr lang="en-US" dirty="0"/>
              <a:t>Printer</a:t>
            </a:r>
          </a:p>
          <a:p>
            <a:pPr lvl="1"/>
            <a:r>
              <a:rPr lang="en-US" dirty="0"/>
              <a:t>Disk Drive</a:t>
            </a:r>
          </a:p>
          <a:p>
            <a:pPr lvl="1"/>
            <a:r>
              <a:rPr lang="en-US" dirty="0"/>
              <a:t>USB Drive</a:t>
            </a:r>
          </a:p>
        </p:txBody>
      </p:sp>
    </p:spTree>
    <p:extLst>
      <p:ext uri="{BB962C8B-B14F-4D97-AF65-F5344CB8AC3E}">
        <p14:creationId xmlns:p14="http://schemas.microsoft.com/office/powerpoint/2010/main" val="281089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A9681A-BE26-B14B-030C-08DAF663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551512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3633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32</TotalTime>
  <Words>669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Parallax</vt:lpstr>
      <vt:lpstr>Introduction to Computers and Programming</vt:lpstr>
      <vt:lpstr>Programming – Why?</vt:lpstr>
      <vt:lpstr>Programming – What?</vt:lpstr>
      <vt:lpstr>Hardware and Software</vt:lpstr>
      <vt:lpstr>Central Processing Unit (CPU)</vt:lpstr>
      <vt:lpstr>Main Memory</vt:lpstr>
      <vt:lpstr>Secondary Storage</vt:lpstr>
      <vt:lpstr>Input Devices</vt:lpstr>
      <vt:lpstr>Output Devices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Computers and Programming</dc:title>
  <dc:creator>Vishal Mevawala</dc:creator>
  <cp:lastModifiedBy>Lakshraj Singh</cp:lastModifiedBy>
  <cp:revision>3</cp:revision>
  <dcterms:created xsi:type="dcterms:W3CDTF">2022-07-20T16:13:04Z</dcterms:created>
  <dcterms:modified xsi:type="dcterms:W3CDTF">2022-08-30T15:29:23Z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