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5" r:id="rId17"/>
    <p:sldId id="276" r:id="rId18"/>
    <p:sldId id="277" r:id="rId19"/>
    <p:sldId id="284" r:id="rId20"/>
    <p:sldId id="285" r:id="rId21"/>
  </p:sldIdLst>
  <p:sldSz type="screen16x9" cy="6858000" cx="12192000"/>
  <p:notesSz cx="12192000" cy="6858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612" y="-4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tableStyles" Target="tableStyle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8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A95C612-F1B5-454C-9092-5447DC75CB7A}" type="datetimeFigureOut">
              <a:rPr lang="en-US" smtClean="0"/>
              <a:t>9/29/2020</a:t>
            </a:fld>
            <a:endParaRPr lang="en-IN"/>
          </a:p>
        </p:txBody>
      </p:sp>
      <p:sp>
        <p:nvSpPr>
          <p:cNvPr id="1048884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888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88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8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E474884A-4697-431D-BCF9-3062AD58C727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6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dirty="0" lang="en-IN"/>
          </a:p>
        </p:txBody>
      </p:sp>
      <p:sp>
        <p:nvSpPr>
          <p:cNvPr id="10486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E474884A-4697-431D-BCF9-3062AD58C727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5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endParaRPr dirty="0" lang="en-IN"/>
          </a:p>
        </p:txBody>
      </p:sp>
      <p:sp>
        <p:nvSpPr>
          <p:cNvPr id="10486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E474884A-4697-431D-BCF9-3062AD58C727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9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840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104884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9/29/2020</a:t>
            </a:fld>
            <a:endParaRPr dirty="0" lang="en-US"/>
          </a:p>
        </p:txBody>
      </p:sp>
      <p:sp>
        <p:nvSpPr>
          <p:cNvPr id="10488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8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58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9/29/2020</a:t>
            </a:fld>
            <a:endParaRPr dirty="0" lang="en-US"/>
          </a:p>
        </p:txBody>
      </p:sp>
      <p:sp>
        <p:nvSpPr>
          <p:cNvPr id="104858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5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0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861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6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9/29/2020</a:t>
            </a:fld>
            <a:endParaRPr dirty="0" lang="en-US"/>
          </a:p>
        </p:txBody>
      </p:sp>
      <p:sp>
        <p:nvSpPr>
          <p:cNvPr id="10488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8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652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53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6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9/29/2020</a:t>
            </a:fld>
            <a:endParaRPr dirty="0" lang="en-US"/>
          </a:p>
        </p:txBody>
      </p:sp>
      <p:sp>
        <p:nvSpPr>
          <p:cNvPr id="10486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866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67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86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69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87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9/29/2020</a:t>
            </a:fld>
            <a:endParaRPr dirty="0" lang="en-US"/>
          </a:p>
        </p:txBody>
      </p:sp>
      <p:sp>
        <p:nvSpPr>
          <p:cNvPr id="104887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87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58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9/29/2020</a:t>
            </a:fld>
            <a:endParaRPr dirty="0" lang="en-US"/>
          </a:p>
        </p:txBody>
      </p:sp>
      <p:sp>
        <p:nvSpPr>
          <p:cNvPr id="104858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58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9/29/2020</a:t>
            </a:fld>
            <a:endParaRPr dirty="0" lang="en-US"/>
          </a:p>
        </p:txBody>
      </p:sp>
      <p:sp>
        <p:nvSpPr>
          <p:cNvPr id="104887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87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877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878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7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9/29/2020</a:t>
            </a:fld>
            <a:endParaRPr dirty="0" lang="en-US"/>
          </a:p>
        </p:txBody>
      </p:sp>
      <p:sp>
        <p:nvSpPr>
          <p:cNvPr id="104888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88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850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dirty="0" lang="en-IN"/>
          </a:p>
        </p:txBody>
      </p:sp>
      <p:sp>
        <p:nvSpPr>
          <p:cNvPr id="1048851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5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9/29/2020</a:t>
            </a:fld>
            <a:endParaRPr dirty="0" lang="en-US"/>
          </a:p>
        </p:txBody>
      </p:sp>
      <p:sp>
        <p:nvSpPr>
          <p:cNvPr id="104885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85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85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8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9/29/2020</a:t>
            </a:fld>
            <a:endParaRPr dirty="0" lang="en-US"/>
          </a:p>
        </p:txBody>
      </p:sp>
      <p:sp>
        <p:nvSpPr>
          <p:cNvPr id="10488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8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4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84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8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9/29/2020</a:t>
            </a:fld>
            <a:endParaRPr dirty="0" lang="en-US"/>
          </a:p>
        </p:txBody>
      </p:sp>
      <p:sp>
        <p:nvSpPr>
          <p:cNvPr id="10488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8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IN" smtClean="0"/>
              <a:t>‹#›</a:t>
            </a:fld>
            <a:endParaRPr dirty="0"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9/29/2020</a:t>
            </a:fld>
            <a:endParaRPr dirty="0"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dirty="0"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jpeg"/><Relationship Id="rId5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object 2"/>
          <p:cNvSpPr txBox="1">
            <a:spLocks noGrp="1"/>
          </p:cNvSpPr>
          <p:nvPr>
            <p:ph type="title"/>
          </p:nvPr>
        </p:nvSpPr>
        <p:spPr>
          <a:xfrm>
            <a:off x="1669160" y="1583700"/>
            <a:ext cx="9060180" cy="2925445"/>
          </a:xfrm>
          <a:prstGeom prst="rect"/>
        </p:spPr>
        <p:txBody>
          <a:bodyPr bIns="0" lIns="0" rIns="0" rtlCol="0" tIns="106045" vert="horz" wrap="square">
            <a:spAutoFit/>
          </a:bodyPr>
          <a:p>
            <a:pPr algn="l" indent="-2663190" marL="2675255" marR="5080">
              <a:lnSpc>
                <a:spcPts val="11080"/>
              </a:lnSpc>
              <a:spcBef>
                <a:spcPts val="835"/>
              </a:spcBef>
            </a:pPr>
            <a:r>
              <a:rPr dirty="0" sz="6600" lang="en-US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ACTIVE AND PASSIVE VOICE</a:t>
            </a:r>
            <a:endParaRPr sz="660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object 2"/>
          <p:cNvSpPr txBox="1">
            <a:spLocks noGrp="1"/>
          </p:cNvSpPr>
          <p:nvPr>
            <p:ph type="title"/>
          </p:nvPr>
        </p:nvSpPr>
        <p:spPr>
          <a:xfrm>
            <a:off x="4935728" y="267474"/>
            <a:ext cx="2826385" cy="1092201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360">
                <a:solidFill>
                  <a:srgbClr val="C00000"/>
                </a:solidFill>
                <a:latin typeface="Arial Black"/>
                <a:cs typeface="Arial Black"/>
              </a:rPr>
              <a:t>V</a:t>
            </a:r>
            <a:r>
              <a:rPr dirty="0" sz="7200">
                <a:solidFill>
                  <a:srgbClr val="C00000"/>
                </a:solidFill>
                <a:latin typeface="Arial Black"/>
                <a:cs typeface="Arial Black"/>
              </a:rPr>
              <a:t>oice</a:t>
            </a:r>
            <a:endParaRPr sz="7200">
              <a:latin typeface="Arial Black"/>
              <a:cs typeface="Arial Black"/>
            </a:endParaRPr>
          </a:p>
        </p:txBody>
      </p:sp>
      <p:sp>
        <p:nvSpPr>
          <p:cNvPr id="1048592" name="object 3"/>
          <p:cNvSpPr/>
          <p:nvPr/>
        </p:nvSpPr>
        <p:spPr>
          <a:xfrm>
            <a:off x="4947792" y="1293367"/>
            <a:ext cx="2799715" cy="55244"/>
          </a:xfrm>
          <a:custGeom>
            <a:avLst/>
            <a:ahLst/>
            <a:rect l="l" t="t" r="r" b="b"/>
            <a:pathLst>
              <a:path w="2799715" h="55244">
                <a:moveTo>
                  <a:pt x="2799588" y="0"/>
                </a:moveTo>
                <a:lnTo>
                  <a:pt x="0" y="0"/>
                </a:lnTo>
                <a:lnTo>
                  <a:pt x="0" y="54864"/>
                </a:lnTo>
                <a:lnTo>
                  <a:pt x="2799588" y="54864"/>
                </a:lnTo>
                <a:lnTo>
                  <a:pt x="279958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bIns="0" lIns="0" rIns="0" rtlCol="0" tIns="0" wrap="square"/>
          <a:p/>
        </p:txBody>
      </p:sp>
      <p:sp>
        <p:nvSpPr>
          <p:cNvPr id="1048593" name="object 4"/>
          <p:cNvSpPr txBox="1"/>
          <p:nvPr/>
        </p:nvSpPr>
        <p:spPr>
          <a:xfrm>
            <a:off x="1226616" y="2035555"/>
            <a:ext cx="9635490" cy="3458845"/>
          </a:xfrm>
          <a:prstGeom prst="rect"/>
        </p:spPr>
        <p:txBody>
          <a:bodyPr bIns="0" lIns="0" rIns="0" rtlCol="0" tIns="42545" vert="horz" wrap="square">
            <a:spAutoFit/>
          </a:bodyPr>
          <a:p>
            <a:pPr marL="12700" marR="5080">
              <a:lnSpc>
                <a:spcPct val="95000"/>
              </a:lnSpc>
              <a:spcBef>
                <a:spcPts val="335"/>
              </a:spcBef>
              <a:tabLst>
                <a:tab algn="l" pos="1524635"/>
              </a:tabLst>
            </a:pPr>
            <a:r>
              <a:rPr b="1" dirty="0" sz="4000" spc="100">
                <a:latin typeface="Times New Roman"/>
                <a:cs typeface="Times New Roman"/>
              </a:rPr>
              <a:t>Voice	</a:t>
            </a:r>
            <a:r>
              <a:rPr b="1" dirty="0" sz="4000" spc="240">
                <a:latin typeface="Times New Roman"/>
                <a:cs typeface="Times New Roman"/>
              </a:rPr>
              <a:t>is </a:t>
            </a:r>
            <a:r>
              <a:rPr b="1" dirty="0" sz="4000" spc="140">
                <a:latin typeface="Times New Roman"/>
                <a:cs typeface="Times New Roman"/>
              </a:rPr>
              <a:t>a </a:t>
            </a:r>
            <a:r>
              <a:rPr b="1" dirty="0" sz="4000" spc="190">
                <a:latin typeface="Times New Roman"/>
                <a:cs typeface="Times New Roman"/>
              </a:rPr>
              <a:t>grammatical </a:t>
            </a:r>
            <a:r>
              <a:rPr b="1" dirty="0" sz="4000" spc="165">
                <a:latin typeface="Times New Roman"/>
                <a:cs typeface="Times New Roman"/>
              </a:rPr>
              <a:t>category </a:t>
            </a:r>
            <a:r>
              <a:rPr b="1" dirty="0" sz="4000" spc="220">
                <a:latin typeface="Times New Roman"/>
                <a:cs typeface="Times New Roman"/>
              </a:rPr>
              <a:t>that  </a:t>
            </a:r>
            <a:r>
              <a:rPr b="1" dirty="0" sz="4000" spc="229">
                <a:latin typeface="Times New Roman"/>
                <a:cs typeface="Times New Roman"/>
              </a:rPr>
              <a:t>applies </a:t>
            </a:r>
            <a:r>
              <a:rPr b="1" dirty="0" sz="4000" spc="275">
                <a:latin typeface="Times New Roman"/>
                <a:cs typeface="Times New Roman"/>
              </a:rPr>
              <a:t>to </a:t>
            </a:r>
            <a:r>
              <a:rPr b="1" dirty="0" sz="4000" spc="120">
                <a:latin typeface="Times New Roman"/>
                <a:cs typeface="Times New Roman"/>
              </a:rPr>
              <a:t>verbs.Voice </a:t>
            </a:r>
            <a:r>
              <a:rPr b="1" dirty="0" sz="4000" spc="270">
                <a:latin typeface="Times New Roman"/>
                <a:cs typeface="Times New Roman"/>
              </a:rPr>
              <a:t>in </a:t>
            </a:r>
            <a:r>
              <a:rPr b="1" dirty="0" sz="4000" spc="165">
                <a:latin typeface="Times New Roman"/>
                <a:cs typeface="Times New Roman"/>
              </a:rPr>
              <a:t>English  </a:t>
            </a:r>
            <a:r>
              <a:rPr b="1" dirty="0" sz="4000" spc="235">
                <a:latin typeface="Times New Roman"/>
                <a:cs typeface="Times New Roman"/>
              </a:rPr>
              <a:t>expresses</a:t>
            </a:r>
            <a:r>
              <a:rPr b="1" dirty="0" sz="4000" spc="-170">
                <a:latin typeface="Times New Roman"/>
                <a:cs typeface="Times New Roman"/>
              </a:rPr>
              <a:t> </a:t>
            </a:r>
            <a:r>
              <a:rPr b="1" dirty="0" sz="4000" spc="305">
                <a:latin typeface="Times New Roman"/>
                <a:cs typeface="Times New Roman"/>
              </a:rPr>
              <a:t>the</a:t>
            </a:r>
            <a:r>
              <a:rPr b="1" dirty="0" sz="4000" spc="-190">
                <a:latin typeface="Times New Roman"/>
                <a:cs typeface="Times New Roman"/>
              </a:rPr>
              <a:t> </a:t>
            </a:r>
            <a:r>
              <a:rPr b="1" dirty="0" sz="4000" spc="229">
                <a:latin typeface="Times New Roman"/>
                <a:cs typeface="Times New Roman"/>
              </a:rPr>
              <a:t>relationship</a:t>
            </a:r>
            <a:r>
              <a:rPr b="1" dirty="0" sz="4000" spc="-204">
                <a:latin typeface="Times New Roman"/>
                <a:cs typeface="Times New Roman"/>
              </a:rPr>
              <a:t> </a:t>
            </a:r>
            <a:r>
              <a:rPr b="1" dirty="0" sz="4000" spc="235">
                <a:latin typeface="Times New Roman"/>
                <a:cs typeface="Times New Roman"/>
              </a:rPr>
              <a:t>of</a:t>
            </a:r>
            <a:r>
              <a:rPr b="1" dirty="0" sz="4000" spc="15">
                <a:latin typeface="Times New Roman"/>
                <a:cs typeface="Times New Roman"/>
              </a:rPr>
              <a:t> </a:t>
            </a:r>
            <a:r>
              <a:rPr b="1" dirty="0" sz="4000" spc="305">
                <a:latin typeface="Times New Roman"/>
                <a:cs typeface="Times New Roman"/>
              </a:rPr>
              <a:t>the</a:t>
            </a:r>
            <a:r>
              <a:rPr b="1" dirty="0" sz="4000" spc="-220">
                <a:latin typeface="Times New Roman"/>
                <a:cs typeface="Times New Roman"/>
              </a:rPr>
              <a:t> </a:t>
            </a:r>
            <a:r>
              <a:rPr b="1" dirty="0" sz="4000" spc="204">
                <a:latin typeface="Times New Roman"/>
                <a:cs typeface="Times New Roman"/>
              </a:rPr>
              <a:t>subject  </a:t>
            </a:r>
            <a:r>
              <a:rPr b="1" dirty="0" sz="4000" spc="275">
                <a:latin typeface="Times New Roman"/>
                <a:cs typeface="Times New Roman"/>
              </a:rPr>
              <a:t>to</a:t>
            </a:r>
            <a:r>
              <a:rPr b="1" dirty="0" sz="4000" spc="-170">
                <a:latin typeface="Times New Roman"/>
                <a:cs typeface="Times New Roman"/>
              </a:rPr>
              <a:t> </a:t>
            </a:r>
            <a:r>
              <a:rPr b="1" dirty="0" sz="4000" spc="305">
                <a:latin typeface="Times New Roman"/>
                <a:cs typeface="Times New Roman"/>
              </a:rPr>
              <a:t>the</a:t>
            </a:r>
            <a:r>
              <a:rPr b="1" dirty="0" sz="4000" spc="-220">
                <a:latin typeface="Times New Roman"/>
                <a:cs typeface="Times New Roman"/>
              </a:rPr>
              <a:t> </a:t>
            </a:r>
            <a:r>
              <a:rPr b="1" dirty="0" sz="4000" spc="175">
                <a:latin typeface="Times New Roman"/>
                <a:cs typeface="Times New Roman"/>
              </a:rPr>
              <a:t>action.Voice</a:t>
            </a:r>
            <a:r>
              <a:rPr b="1" dirty="0" sz="4000" spc="-85">
                <a:latin typeface="Times New Roman"/>
                <a:cs typeface="Times New Roman"/>
              </a:rPr>
              <a:t> </a:t>
            </a:r>
            <a:r>
              <a:rPr b="1" dirty="0" sz="4000" spc="235">
                <a:latin typeface="Times New Roman"/>
                <a:cs typeface="Times New Roman"/>
              </a:rPr>
              <a:t>has</a:t>
            </a:r>
            <a:r>
              <a:rPr b="1" dirty="0" sz="4000" spc="-160">
                <a:latin typeface="Times New Roman"/>
                <a:cs typeface="Times New Roman"/>
              </a:rPr>
              <a:t> </a:t>
            </a:r>
            <a:r>
              <a:rPr b="1" dirty="0" sz="4000" spc="225">
                <a:latin typeface="Times New Roman"/>
                <a:cs typeface="Times New Roman"/>
              </a:rPr>
              <a:t>two</a:t>
            </a:r>
            <a:r>
              <a:rPr b="1" dirty="0" sz="4000" spc="-245">
                <a:latin typeface="Times New Roman"/>
                <a:cs typeface="Times New Roman"/>
              </a:rPr>
              <a:t> </a:t>
            </a:r>
            <a:r>
              <a:rPr b="1" dirty="0" sz="4000" spc="195">
                <a:latin typeface="Times New Roman"/>
                <a:cs typeface="Times New Roman"/>
              </a:rPr>
              <a:t>values.</a:t>
            </a:r>
            <a:endParaRPr sz="4000">
              <a:latin typeface="Times New Roman"/>
              <a:cs typeface="Times New Roman"/>
            </a:endParaRPr>
          </a:p>
          <a:p>
            <a:pPr indent="-332105" marL="344170">
              <a:lnSpc>
                <a:spcPts val="4060"/>
              </a:lnSpc>
              <a:buClr>
                <a:srgbClr val="000000"/>
              </a:buClr>
              <a:buSzPct val="97500"/>
              <a:buAutoNum type="arabicPeriod"/>
              <a:tabLst>
                <a:tab algn="l" pos="344805"/>
              </a:tabLst>
            </a:pPr>
            <a:r>
              <a:rPr b="1" dirty="0" sz="4000" i="1" spc="-85">
                <a:solidFill>
                  <a:srgbClr val="D6D200"/>
                </a:solidFill>
                <a:latin typeface="Arial"/>
                <a:cs typeface="Arial"/>
              </a:rPr>
              <a:t>Active</a:t>
            </a:r>
            <a:r>
              <a:rPr b="1" dirty="0" sz="4000" i="1" spc="-155">
                <a:solidFill>
                  <a:srgbClr val="D6D200"/>
                </a:solidFill>
                <a:latin typeface="Arial"/>
                <a:cs typeface="Arial"/>
              </a:rPr>
              <a:t> </a:t>
            </a:r>
            <a:r>
              <a:rPr b="1" dirty="0" sz="4000" i="1" spc="-130">
                <a:solidFill>
                  <a:srgbClr val="D6D200"/>
                </a:solidFill>
                <a:latin typeface="Arial"/>
                <a:cs typeface="Arial"/>
              </a:rPr>
              <a:t>voice</a:t>
            </a:r>
            <a:endParaRPr sz="4000">
              <a:latin typeface="Arial"/>
              <a:cs typeface="Arial"/>
            </a:endParaRPr>
          </a:p>
          <a:p>
            <a:pPr indent="-391795" marL="403860">
              <a:lnSpc>
                <a:spcPts val="4780"/>
              </a:lnSpc>
              <a:buClr>
                <a:srgbClr val="000000"/>
              </a:buClr>
              <a:buSzPct val="97500"/>
              <a:buAutoNum type="arabicPeriod"/>
              <a:tabLst>
                <a:tab algn="l" pos="404495"/>
              </a:tabLst>
            </a:pPr>
            <a:r>
              <a:rPr b="1" dirty="0" sz="4000" i="1" spc="-190">
                <a:solidFill>
                  <a:srgbClr val="00AF50"/>
                </a:solidFill>
                <a:latin typeface="Arial"/>
                <a:cs typeface="Arial"/>
              </a:rPr>
              <a:t>Passive</a:t>
            </a:r>
            <a:r>
              <a:rPr b="1" dirty="0" sz="4000" i="1" spc="-17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b="1" dirty="0" sz="4000" i="1" spc="-135">
                <a:solidFill>
                  <a:srgbClr val="00AF50"/>
                </a:solidFill>
                <a:latin typeface="Arial"/>
                <a:cs typeface="Arial"/>
              </a:rPr>
              <a:t>voice</a:t>
            </a:r>
            <a:endParaRPr sz="4000">
              <a:latin typeface="Arial"/>
              <a:cs typeface="Arial"/>
            </a:endParaRPr>
          </a:p>
        </p:txBody>
      </p:sp>
      <p:sp>
        <p:nvSpPr>
          <p:cNvPr id="1048594" name="object 5"/>
          <p:cNvSpPr/>
          <p:nvPr/>
        </p:nvSpPr>
        <p:spPr>
          <a:xfrm>
            <a:off x="9066276" y="76200"/>
            <a:ext cx="1981200" cy="1981200"/>
          </a:xfrm>
          <a:prstGeom prst="rect"/>
          <a:blipFill>
            <a:blip xmlns:r="http://schemas.openxmlformats.org/officeDocument/2006/relationships" r:embed="rId1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object 2"/>
          <p:cNvSpPr txBox="1">
            <a:spLocks noGrp="1"/>
          </p:cNvSpPr>
          <p:nvPr>
            <p:ph type="title"/>
          </p:nvPr>
        </p:nvSpPr>
        <p:spPr>
          <a:xfrm>
            <a:off x="3286505" y="505853"/>
            <a:ext cx="6013450" cy="8128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290">
                <a:solidFill>
                  <a:srgbClr val="001F5F"/>
                </a:solidFill>
              </a:rPr>
              <a:t>Difference</a:t>
            </a:r>
            <a:r>
              <a:rPr dirty="0" sz="5400" spc="-415">
                <a:solidFill>
                  <a:srgbClr val="001F5F"/>
                </a:solidFill>
              </a:rPr>
              <a:t> </a:t>
            </a:r>
            <a:r>
              <a:rPr dirty="0" sz="5400" spc="-360">
                <a:solidFill>
                  <a:srgbClr val="001F5F"/>
                </a:solidFill>
              </a:rPr>
              <a:t>Between</a:t>
            </a:r>
            <a:endParaRPr sz="5400"/>
          </a:p>
        </p:txBody>
      </p:sp>
      <p:sp>
        <p:nvSpPr>
          <p:cNvPr id="1048596" name="object 3"/>
          <p:cNvSpPr txBox="1"/>
          <p:nvPr/>
        </p:nvSpPr>
        <p:spPr>
          <a:xfrm>
            <a:off x="6407658" y="2023699"/>
            <a:ext cx="4596130" cy="2167890"/>
          </a:xfrm>
          <a:prstGeom prst="rect"/>
        </p:spPr>
        <p:txBody>
          <a:bodyPr bIns="0" lIns="0" rIns="0" rtlCol="0" tIns="209550" vert="horz" wrap="square">
            <a:spAutoFit/>
          </a:bodyPr>
          <a:p>
            <a:pPr indent="-304800" marL="317500">
              <a:lnSpc>
                <a:spcPct val="100000"/>
              </a:lnSpc>
              <a:spcBef>
                <a:spcPts val="1650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dirty="0" sz="2400" spc="90">
                <a:latin typeface="Times New Roman"/>
                <a:cs typeface="Times New Roman"/>
              </a:rPr>
              <a:t>The</a:t>
            </a:r>
            <a:r>
              <a:rPr dirty="0" sz="2400" spc="-110">
                <a:latin typeface="Times New Roman"/>
                <a:cs typeface="Times New Roman"/>
              </a:rPr>
              <a:t> </a:t>
            </a:r>
            <a:r>
              <a:rPr dirty="0" sz="2400" spc="85">
                <a:latin typeface="Times New Roman"/>
                <a:cs typeface="Times New Roman"/>
              </a:rPr>
              <a:t>subject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30">
                <a:latin typeface="Times New Roman"/>
                <a:cs typeface="Times New Roman"/>
              </a:rPr>
              <a:t>receives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145">
                <a:latin typeface="Times New Roman"/>
                <a:cs typeface="Times New Roman"/>
              </a:rPr>
              <a:t>the</a:t>
            </a:r>
            <a:r>
              <a:rPr dirty="0" sz="2400" spc="-125">
                <a:latin typeface="Times New Roman"/>
                <a:cs typeface="Times New Roman"/>
              </a:rPr>
              <a:t> </a:t>
            </a:r>
            <a:r>
              <a:rPr dirty="0" sz="2400" spc="85">
                <a:latin typeface="Times New Roman"/>
                <a:cs typeface="Times New Roman"/>
              </a:rPr>
              <a:t>action.</a:t>
            </a:r>
            <a:endParaRPr sz="2400">
              <a:latin typeface="Times New Roman"/>
              <a:cs typeface="Times New Roman"/>
            </a:endParaRPr>
          </a:p>
          <a:p>
            <a:pPr indent="-304800" marL="316865" marR="5080">
              <a:lnSpc>
                <a:spcPct val="94800"/>
              </a:lnSpc>
              <a:spcBef>
                <a:spcPts val="1820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dirty="0" sz="2400" spc="90">
                <a:latin typeface="Times New Roman"/>
                <a:cs typeface="Times New Roman"/>
              </a:rPr>
              <a:t>The </a:t>
            </a:r>
            <a:r>
              <a:rPr dirty="0" sz="2500" i="1" spc="-80">
                <a:solidFill>
                  <a:srgbClr val="00AF50"/>
                </a:solidFill>
                <a:latin typeface="Arial Black"/>
                <a:cs typeface="Arial Black"/>
              </a:rPr>
              <a:t>Passive </a:t>
            </a:r>
            <a:r>
              <a:rPr dirty="0" sz="2500" i="1" spc="-75">
                <a:solidFill>
                  <a:srgbClr val="00AF50"/>
                </a:solidFill>
                <a:latin typeface="Arial Black"/>
                <a:cs typeface="Arial Black"/>
              </a:rPr>
              <a:t>voice </a:t>
            </a:r>
            <a:r>
              <a:rPr dirty="0" sz="2400" spc="20">
                <a:latin typeface="Times New Roman"/>
                <a:cs typeface="Times New Roman"/>
              </a:rPr>
              <a:t>is </a:t>
            </a:r>
            <a:r>
              <a:rPr dirty="0" sz="2400" spc="40">
                <a:latin typeface="Times New Roman"/>
                <a:cs typeface="Times New Roman"/>
              </a:rPr>
              <a:t>less  </a:t>
            </a:r>
            <a:r>
              <a:rPr dirty="0" sz="2400" spc="110">
                <a:latin typeface="Times New Roman"/>
                <a:cs typeface="Times New Roman"/>
              </a:rPr>
              <a:t>common.In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145">
                <a:latin typeface="Times New Roman"/>
                <a:cs typeface="Times New Roman"/>
              </a:rPr>
              <a:t>the</a:t>
            </a:r>
            <a:r>
              <a:rPr dirty="0" sz="2400" spc="-114">
                <a:latin typeface="Times New Roman"/>
                <a:cs typeface="Times New Roman"/>
              </a:rPr>
              <a:t> </a:t>
            </a:r>
            <a:r>
              <a:rPr dirty="0" sz="2400" spc="40">
                <a:latin typeface="Times New Roman"/>
                <a:cs typeface="Times New Roman"/>
              </a:rPr>
              <a:t>passive</a:t>
            </a:r>
            <a:r>
              <a:rPr dirty="0" sz="2400" spc="-160">
                <a:latin typeface="Times New Roman"/>
                <a:cs typeface="Times New Roman"/>
              </a:rPr>
              <a:t> </a:t>
            </a:r>
            <a:r>
              <a:rPr dirty="0" sz="2400" spc="60">
                <a:latin typeface="Times New Roman"/>
                <a:cs typeface="Times New Roman"/>
              </a:rPr>
              <a:t>voice,the  </a:t>
            </a:r>
            <a:r>
              <a:rPr dirty="0" sz="2400" spc="85">
                <a:latin typeface="Times New Roman"/>
                <a:cs typeface="Times New Roman"/>
              </a:rPr>
              <a:t>subject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30">
                <a:latin typeface="Times New Roman"/>
                <a:cs typeface="Times New Roman"/>
              </a:rPr>
              <a:t>receives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145">
                <a:latin typeface="Times New Roman"/>
                <a:cs typeface="Times New Roman"/>
              </a:rPr>
              <a:t>the</a:t>
            </a:r>
            <a:r>
              <a:rPr dirty="0" sz="2400" spc="-114">
                <a:latin typeface="Times New Roman"/>
                <a:cs typeface="Times New Roman"/>
              </a:rPr>
              <a:t> </a:t>
            </a:r>
            <a:r>
              <a:rPr dirty="0" sz="2400" spc="100">
                <a:latin typeface="Times New Roman"/>
                <a:cs typeface="Times New Roman"/>
              </a:rPr>
              <a:t>action</a:t>
            </a:r>
            <a:r>
              <a:rPr dirty="0" sz="2400" spc="-105">
                <a:latin typeface="Times New Roman"/>
                <a:cs typeface="Times New Roman"/>
              </a:rPr>
              <a:t> </a:t>
            </a:r>
            <a:r>
              <a:rPr dirty="0" sz="2400" spc="20">
                <a:latin typeface="Times New Roman"/>
                <a:cs typeface="Times New Roman"/>
              </a:rPr>
              <a:t>of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145">
                <a:latin typeface="Times New Roman"/>
                <a:cs typeface="Times New Roman"/>
              </a:rPr>
              <a:t>the  </a:t>
            </a:r>
            <a:r>
              <a:rPr dirty="0" sz="2400" spc="30">
                <a:latin typeface="Times New Roman"/>
                <a:cs typeface="Times New Roman"/>
              </a:rPr>
              <a:t>verb.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48597" name="object 4"/>
          <p:cNvSpPr txBox="1"/>
          <p:nvPr/>
        </p:nvSpPr>
        <p:spPr>
          <a:xfrm>
            <a:off x="6382258" y="4441317"/>
            <a:ext cx="4041775" cy="774699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304800" marL="342900">
              <a:lnSpc>
                <a:spcPct val="100000"/>
              </a:lnSpc>
              <a:spcBef>
                <a:spcPts val="100"/>
              </a:spcBef>
              <a:buClr>
                <a:srgbClr val="385622"/>
              </a:buClr>
              <a:buFont typeface="Arial"/>
              <a:buChar char="•"/>
              <a:tabLst>
                <a:tab algn="l" pos="342265"/>
                <a:tab algn="l" pos="342900"/>
                <a:tab algn="l" pos="3352800"/>
              </a:tabLst>
            </a:pPr>
            <a:r>
              <a:rPr dirty="0" sz="2400" spc="-25">
                <a:latin typeface="Times New Roman"/>
                <a:cs typeface="Times New Roman"/>
              </a:rPr>
              <a:t>Always </a:t>
            </a:r>
            <a:r>
              <a:rPr dirty="0" sz="2400" spc="90">
                <a:latin typeface="Times New Roman"/>
                <a:cs typeface="Times New Roman"/>
              </a:rPr>
              <a:t>use </a:t>
            </a:r>
            <a:r>
              <a:rPr dirty="0" sz="2400" spc="15">
                <a:latin typeface="Times New Roman"/>
                <a:cs typeface="Times New Roman"/>
              </a:rPr>
              <a:t>3</a:t>
            </a:r>
            <a:r>
              <a:rPr baseline="24305" dirty="0" sz="2400" spc="22">
                <a:latin typeface="Times New Roman"/>
                <a:cs typeface="Times New Roman"/>
              </a:rPr>
              <a:t>rd</a:t>
            </a:r>
            <a:r>
              <a:rPr baseline="24305" dirty="0" sz="2400" spc="15">
                <a:latin typeface="Times New Roman"/>
                <a:cs typeface="Times New Roman"/>
              </a:rPr>
              <a:t> </a:t>
            </a:r>
            <a:r>
              <a:rPr dirty="0" sz="2400" spc="85">
                <a:latin typeface="Times New Roman"/>
                <a:cs typeface="Times New Roman"/>
              </a:rPr>
              <a:t>form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 spc="20">
                <a:latin typeface="Times New Roman"/>
                <a:cs typeface="Times New Roman"/>
              </a:rPr>
              <a:t>of	</a:t>
            </a:r>
            <a:r>
              <a:rPr dirty="0" sz="2400" spc="30">
                <a:latin typeface="Times New Roman"/>
                <a:cs typeface="Times New Roman"/>
              </a:rPr>
              <a:t>verb.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48598" name="object 5"/>
          <p:cNvSpPr txBox="1"/>
          <p:nvPr/>
        </p:nvSpPr>
        <p:spPr>
          <a:xfrm>
            <a:off x="1226616" y="1027738"/>
            <a:ext cx="9460230" cy="2814320"/>
          </a:xfrm>
          <a:prstGeom prst="rect"/>
        </p:spPr>
        <p:txBody>
          <a:bodyPr bIns="0" lIns="0" rIns="0" rtlCol="0" tIns="365125" vert="horz" wrap="square">
            <a:spAutoFit/>
          </a:bodyPr>
          <a:p>
            <a:pPr marL="675005">
              <a:lnSpc>
                <a:spcPct val="100000"/>
              </a:lnSpc>
              <a:spcBef>
                <a:spcPts val="2875"/>
              </a:spcBef>
              <a:tabLst>
                <a:tab algn="l" pos="5677535"/>
              </a:tabLst>
            </a:pPr>
            <a:r>
              <a:rPr dirty="0" sz="4200" i="1" spc="-140">
                <a:solidFill>
                  <a:srgbClr val="D6D200"/>
                </a:solidFill>
                <a:latin typeface="Arial Black"/>
                <a:cs typeface="Arial Black"/>
              </a:rPr>
              <a:t>Active</a:t>
            </a:r>
            <a:r>
              <a:rPr dirty="0" sz="4200" i="1" spc="-60">
                <a:solidFill>
                  <a:srgbClr val="D6D200"/>
                </a:solidFill>
                <a:latin typeface="Arial Black"/>
                <a:cs typeface="Arial Black"/>
              </a:rPr>
              <a:t> </a:t>
            </a:r>
            <a:r>
              <a:rPr dirty="0" sz="4200" i="1" spc="-145">
                <a:solidFill>
                  <a:srgbClr val="D6D200"/>
                </a:solidFill>
                <a:latin typeface="Arial Black"/>
                <a:cs typeface="Arial Black"/>
              </a:rPr>
              <a:t>voice	</a:t>
            </a:r>
            <a:r>
              <a:rPr dirty="0" sz="4200" i="1" spc="-155">
                <a:solidFill>
                  <a:srgbClr val="00AF50"/>
                </a:solidFill>
                <a:latin typeface="Arial Black"/>
                <a:cs typeface="Arial Black"/>
              </a:rPr>
              <a:t>Passive</a:t>
            </a:r>
            <a:r>
              <a:rPr dirty="0" sz="4200" i="1" spc="-114">
                <a:solidFill>
                  <a:srgbClr val="00AF50"/>
                </a:solidFill>
                <a:latin typeface="Arial Black"/>
                <a:cs typeface="Arial Black"/>
              </a:rPr>
              <a:t> </a:t>
            </a:r>
            <a:r>
              <a:rPr dirty="0" sz="4200" i="1" spc="-145">
                <a:solidFill>
                  <a:srgbClr val="00AF50"/>
                </a:solidFill>
                <a:latin typeface="Arial Black"/>
                <a:cs typeface="Arial Black"/>
              </a:rPr>
              <a:t>voice</a:t>
            </a:r>
            <a:endParaRPr sz="4200">
              <a:latin typeface="Arial Black"/>
              <a:cs typeface="Arial Black"/>
            </a:endParaRPr>
          </a:p>
          <a:p>
            <a:pPr indent="-304800" marL="316865">
              <a:lnSpc>
                <a:spcPct val="100000"/>
              </a:lnSpc>
              <a:spcBef>
                <a:spcPts val="1575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dirty="0" sz="2400" spc="90">
                <a:latin typeface="Times New Roman"/>
                <a:cs typeface="Times New Roman"/>
              </a:rPr>
              <a:t>The</a:t>
            </a:r>
            <a:r>
              <a:rPr dirty="0" sz="2400" spc="-105">
                <a:latin typeface="Times New Roman"/>
                <a:cs typeface="Times New Roman"/>
              </a:rPr>
              <a:t> </a:t>
            </a:r>
            <a:r>
              <a:rPr dirty="0" sz="2400" spc="80">
                <a:latin typeface="Times New Roman"/>
                <a:cs typeface="Times New Roman"/>
              </a:rPr>
              <a:t>subject</a:t>
            </a:r>
            <a:r>
              <a:rPr dirty="0" sz="2400" spc="-110">
                <a:latin typeface="Times New Roman"/>
                <a:cs typeface="Times New Roman"/>
              </a:rPr>
              <a:t> </a:t>
            </a:r>
            <a:r>
              <a:rPr dirty="0" sz="2400" spc="90">
                <a:latin typeface="Times New Roman"/>
                <a:cs typeface="Times New Roman"/>
              </a:rPr>
              <a:t>does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145">
                <a:latin typeface="Times New Roman"/>
                <a:cs typeface="Times New Roman"/>
              </a:rPr>
              <a:t>the</a:t>
            </a:r>
            <a:r>
              <a:rPr dirty="0" sz="2400" spc="-125">
                <a:latin typeface="Times New Roman"/>
                <a:cs typeface="Times New Roman"/>
              </a:rPr>
              <a:t> </a:t>
            </a:r>
            <a:r>
              <a:rPr dirty="0" sz="2400" spc="100">
                <a:latin typeface="Times New Roman"/>
                <a:cs typeface="Times New Roman"/>
              </a:rPr>
              <a:t>action</a:t>
            </a:r>
            <a:endParaRPr sz="2400">
              <a:latin typeface="Times New Roman"/>
              <a:cs typeface="Times New Roman"/>
            </a:endParaRPr>
          </a:p>
          <a:p>
            <a:pPr indent="-304800" marL="316865" marR="4830445">
              <a:lnSpc>
                <a:spcPct val="95000"/>
              </a:lnSpc>
              <a:spcBef>
                <a:spcPts val="1910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  <a:tab algn="l" pos="2564130"/>
              </a:tabLst>
            </a:pPr>
            <a:r>
              <a:rPr dirty="0" sz="2400" spc="90">
                <a:latin typeface="Times New Roman"/>
                <a:cs typeface="Times New Roman"/>
              </a:rPr>
              <a:t>The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i="1" spc="-85">
                <a:solidFill>
                  <a:srgbClr val="D6D200"/>
                </a:solidFill>
                <a:latin typeface="Trebuchet MS"/>
                <a:cs typeface="Trebuchet MS"/>
              </a:rPr>
              <a:t>Active</a:t>
            </a:r>
            <a:r>
              <a:rPr dirty="0" sz="2400" i="1" spc="-140">
                <a:solidFill>
                  <a:srgbClr val="D6D200"/>
                </a:solidFill>
                <a:latin typeface="Trebuchet MS"/>
                <a:cs typeface="Trebuchet MS"/>
              </a:rPr>
              <a:t> </a:t>
            </a:r>
            <a:r>
              <a:rPr dirty="0" sz="2400" i="1" spc="-100">
                <a:solidFill>
                  <a:srgbClr val="D6D200"/>
                </a:solidFill>
                <a:latin typeface="Trebuchet MS"/>
                <a:cs typeface="Trebuchet MS"/>
              </a:rPr>
              <a:t>voice	</a:t>
            </a:r>
            <a:r>
              <a:rPr dirty="0" sz="2400" spc="25">
                <a:latin typeface="Times New Roman"/>
                <a:cs typeface="Times New Roman"/>
              </a:rPr>
              <a:t>is </a:t>
            </a:r>
            <a:r>
              <a:rPr dirty="0" sz="2400" spc="145">
                <a:latin typeface="Times New Roman"/>
                <a:cs typeface="Times New Roman"/>
              </a:rPr>
              <a:t>the </a:t>
            </a:r>
            <a:r>
              <a:rPr dirty="0" sz="2400" spc="30">
                <a:latin typeface="Times New Roman"/>
                <a:cs typeface="Times New Roman"/>
              </a:rPr>
              <a:t>“normal”  </a:t>
            </a:r>
            <a:r>
              <a:rPr dirty="0" sz="2400" spc="15">
                <a:latin typeface="Times New Roman"/>
                <a:cs typeface="Times New Roman"/>
              </a:rPr>
              <a:t>voice</a:t>
            </a:r>
            <a:r>
              <a:rPr dirty="0" sz="2400" spc="-95">
                <a:latin typeface="Times New Roman"/>
                <a:cs typeface="Times New Roman"/>
              </a:rPr>
              <a:t> </a:t>
            </a:r>
            <a:r>
              <a:rPr dirty="0" sz="2400" spc="145">
                <a:latin typeface="Times New Roman"/>
                <a:cs typeface="Times New Roman"/>
              </a:rPr>
              <a:t>the</a:t>
            </a:r>
            <a:r>
              <a:rPr dirty="0" sz="2400" spc="-120">
                <a:latin typeface="Times New Roman"/>
                <a:cs typeface="Times New Roman"/>
              </a:rPr>
              <a:t> </a:t>
            </a:r>
            <a:r>
              <a:rPr dirty="0" sz="2400" spc="120">
                <a:latin typeface="Times New Roman"/>
                <a:cs typeface="Times New Roman"/>
              </a:rPr>
              <a:t>one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155">
                <a:latin typeface="Times New Roman"/>
                <a:cs typeface="Times New Roman"/>
              </a:rPr>
              <a:t>that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sz="2400" spc="20">
                <a:latin typeface="Times New Roman"/>
                <a:cs typeface="Times New Roman"/>
              </a:rPr>
              <a:t>we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 spc="90">
                <a:latin typeface="Times New Roman"/>
                <a:cs typeface="Times New Roman"/>
              </a:rPr>
              <a:t>use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125">
                <a:latin typeface="Times New Roman"/>
                <a:cs typeface="Times New Roman"/>
              </a:rPr>
              <a:t>most</a:t>
            </a:r>
            <a:r>
              <a:rPr dirty="0" sz="2400" spc="-110">
                <a:latin typeface="Times New Roman"/>
                <a:cs typeface="Times New Roman"/>
              </a:rPr>
              <a:t> </a:t>
            </a:r>
            <a:r>
              <a:rPr dirty="0" sz="2400" spc="20">
                <a:latin typeface="Times New Roman"/>
                <a:cs typeface="Times New Roman"/>
              </a:rPr>
              <a:t>of  </a:t>
            </a:r>
            <a:r>
              <a:rPr dirty="0" sz="2400" spc="145">
                <a:latin typeface="Times New Roman"/>
                <a:cs typeface="Times New Roman"/>
              </a:rPr>
              <a:t>the </a:t>
            </a:r>
            <a:r>
              <a:rPr dirty="0" sz="2400" spc="100">
                <a:latin typeface="Times New Roman"/>
                <a:cs typeface="Times New Roman"/>
              </a:rPr>
              <a:t>time.In </a:t>
            </a:r>
            <a:r>
              <a:rPr dirty="0" sz="2400" spc="145">
                <a:latin typeface="Times New Roman"/>
                <a:cs typeface="Times New Roman"/>
              </a:rPr>
              <a:t>the </a:t>
            </a:r>
            <a:r>
              <a:rPr dirty="0" sz="2400" spc="45">
                <a:latin typeface="Times New Roman"/>
                <a:cs typeface="Times New Roman"/>
              </a:rPr>
              <a:t>active </a:t>
            </a:r>
            <a:r>
              <a:rPr dirty="0" sz="2400" spc="60">
                <a:latin typeface="Times New Roman"/>
                <a:cs typeface="Times New Roman"/>
              </a:rPr>
              <a:t>voice,the  </a:t>
            </a:r>
            <a:r>
              <a:rPr dirty="0" sz="2400" spc="80">
                <a:latin typeface="Times New Roman"/>
                <a:cs typeface="Times New Roman"/>
              </a:rPr>
              <a:t>object </a:t>
            </a:r>
            <a:r>
              <a:rPr dirty="0" sz="2400" spc="30">
                <a:latin typeface="Times New Roman"/>
                <a:cs typeface="Times New Roman"/>
              </a:rPr>
              <a:t>receives </a:t>
            </a:r>
            <a:r>
              <a:rPr dirty="0" sz="2400" spc="145">
                <a:latin typeface="Times New Roman"/>
                <a:cs typeface="Times New Roman"/>
              </a:rPr>
              <a:t>the </a:t>
            </a:r>
            <a:r>
              <a:rPr dirty="0" sz="2400" spc="100">
                <a:latin typeface="Times New Roman"/>
                <a:cs typeface="Times New Roman"/>
              </a:rPr>
              <a:t>action </a:t>
            </a:r>
            <a:r>
              <a:rPr dirty="0" sz="2400" spc="20">
                <a:latin typeface="Times New Roman"/>
                <a:cs typeface="Times New Roman"/>
              </a:rPr>
              <a:t>of </a:t>
            </a:r>
            <a:r>
              <a:rPr dirty="0" sz="2400" spc="145">
                <a:latin typeface="Times New Roman"/>
                <a:cs typeface="Times New Roman"/>
              </a:rPr>
              <a:t>the  </a:t>
            </a:r>
            <a:r>
              <a:rPr dirty="0" sz="2400" spc="30">
                <a:latin typeface="Times New Roman"/>
                <a:cs typeface="Times New Roman"/>
              </a:rPr>
              <a:t>verb.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48599" name="object 6"/>
          <p:cNvSpPr txBox="1"/>
          <p:nvPr/>
        </p:nvSpPr>
        <p:spPr>
          <a:xfrm>
            <a:off x="1226616" y="4788789"/>
            <a:ext cx="3879850" cy="7239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304800" marL="316865">
              <a:lnSpc>
                <a:spcPct val="100000"/>
              </a:lnSpc>
              <a:spcBef>
                <a:spcPts val="100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dirty="0" sz="2400" spc="40">
                <a:latin typeface="Times New Roman"/>
                <a:cs typeface="Times New Roman"/>
              </a:rPr>
              <a:t>Use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different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 spc="75">
                <a:latin typeface="Times New Roman"/>
                <a:cs typeface="Times New Roman"/>
              </a:rPr>
              <a:t>forms</a:t>
            </a:r>
            <a:r>
              <a:rPr dirty="0" sz="2400" spc="-120">
                <a:latin typeface="Times New Roman"/>
                <a:cs typeface="Times New Roman"/>
              </a:rPr>
              <a:t> </a:t>
            </a:r>
            <a:r>
              <a:rPr dirty="0" sz="2400" spc="20">
                <a:latin typeface="Times New Roman"/>
                <a:cs typeface="Times New Roman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30">
                <a:latin typeface="Times New Roman"/>
                <a:cs typeface="Times New Roman"/>
              </a:rPr>
              <a:t>verb.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object 2"/>
          <p:cNvSpPr txBox="1"/>
          <p:nvPr/>
        </p:nvSpPr>
        <p:spPr>
          <a:xfrm>
            <a:off x="1239316" y="1637954"/>
            <a:ext cx="1306195" cy="366395"/>
          </a:xfrm>
          <a:prstGeom prst="rect"/>
        </p:spPr>
        <p:txBody>
          <a:bodyPr bIns="0" lIns="0" rIns="0" rtlCol="0" tIns="10795" vert="horz" wrap="square">
            <a:spAutoFit/>
          </a:bodyPr>
          <a:p>
            <a:pPr>
              <a:lnSpc>
                <a:spcPct val="100000"/>
              </a:lnSpc>
              <a:spcBef>
                <a:spcPts val="85"/>
              </a:spcBef>
              <a:tabLst>
                <a:tab algn="l" pos="304165"/>
              </a:tabLst>
            </a:pPr>
            <a:r>
              <a:rPr dirty="0" sz="2400">
                <a:solidFill>
                  <a:srgbClr val="385622"/>
                </a:solidFill>
                <a:latin typeface="Arial"/>
                <a:cs typeface="Arial"/>
              </a:rPr>
              <a:t>•	</a:t>
            </a:r>
            <a:r>
              <a:rPr dirty="0" sz="2400" spc="-55">
                <a:latin typeface="Trebuchet MS"/>
                <a:cs typeface="Trebuchet MS"/>
              </a:rPr>
              <a:t>Pr</a:t>
            </a:r>
            <a:r>
              <a:rPr dirty="0" sz="2400" spc="-50">
                <a:latin typeface="Trebuchet MS"/>
                <a:cs typeface="Trebuchet MS"/>
              </a:rPr>
              <a:t>e</a:t>
            </a:r>
            <a:r>
              <a:rPr dirty="0" sz="2400" spc="-30">
                <a:latin typeface="Trebuchet MS"/>
                <a:cs typeface="Trebuchet MS"/>
              </a:rPr>
              <a:t>sent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2" name="object 3"/>
          <p:cNvGrpSpPr/>
          <p:nvPr/>
        </p:nvGrpSpPr>
        <p:grpSpPr>
          <a:xfrm>
            <a:off x="1232916" y="1696211"/>
            <a:ext cx="1384300" cy="520065"/>
            <a:chOff x="1232916" y="1696211"/>
            <a:chExt cx="1384300" cy="520065"/>
          </a:xfrm>
        </p:grpSpPr>
        <p:sp>
          <p:nvSpPr>
            <p:cNvPr id="1048601" name="object 4"/>
            <p:cNvSpPr/>
            <p:nvPr/>
          </p:nvSpPr>
          <p:spPr>
            <a:xfrm>
              <a:off x="1239012" y="1702307"/>
              <a:ext cx="1371600" cy="508000"/>
            </a:xfrm>
            <a:custGeom>
              <a:avLst/>
              <a:ahLst/>
              <a:rect l="l" t="t" r="r" b="b"/>
              <a:pathLst>
                <a:path w="1371600" h="508000">
                  <a:moveTo>
                    <a:pt x="1371600" y="0"/>
                  </a:moveTo>
                  <a:lnTo>
                    <a:pt x="0" y="0"/>
                  </a:lnTo>
                  <a:lnTo>
                    <a:pt x="0" y="507491"/>
                  </a:lnTo>
                  <a:lnTo>
                    <a:pt x="1371600" y="507491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02" name="object 5"/>
            <p:cNvSpPr/>
            <p:nvPr/>
          </p:nvSpPr>
          <p:spPr>
            <a:xfrm>
              <a:off x="1239012" y="1702307"/>
              <a:ext cx="1371600" cy="508000"/>
            </a:xfrm>
            <a:custGeom>
              <a:avLst/>
              <a:ahLst/>
              <a:rect l="l" t="t" r="r" b="b"/>
              <a:pathLst>
                <a:path w="1371600" h="508000">
                  <a:moveTo>
                    <a:pt x="0" y="507491"/>
                  </a:moveTo>
                  <a:lnTo>
                    <a:pt x="1371600" y="507491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507491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03" name="object 6"/>
            <p:cNvSpPr/>
            <p:nvPr/>
          </p:nvSpPr>
          <p:spPr>
            <a:xfrm>
              <a:off x="1630680" y="1720595"/>
              <a:ext cx="608076" cy="303275"/>
            </a:xfrm>
            <a:prstGeom prst="rect"/>
            <a:blipFill>
              <a:blip xmlns:r="http://schemas.openxmlformats.org/officeDocument/2006/relationships" r:embed="rId1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604" name="object 7"/>
            <p:cNvSpPr/>
            <p:nvPr/>
          </p:nvSpPr>
          <p:spPr>
            <a:xfrm>
              <a:off x="1668145" y="1759203"/>
              <a:ext cx="532257" cy="226060"/>
            </a:xfrm>
            <a:prstGeom prst="rect"/>
            <a:blipFill>
              <a:blip xmlns:r="http://schemas.openxmlformats.org/officeDocument/2006/relationships" r:embed="rId2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</p:grpSp>
      <p:grpSp>
        <p:nvGrpSpPr>
          <p:cNvPr id="53" name="object 8"/>
          <p:cNvGrpSpPr/>
          <p:nvPr/>
        </p:nvGrpSpPr>
        <p:grpSpPr>
          <a:xfrm>
            <a:off x="5271261" y="1695957"/>
            <a:ext cx="1384300" cy="520700"/>
            <a:chOff x="5271261" y="1695957"/>
            <a:chExt cx="1384300" cy="520700"/>
          </a:xfrm>
        </p:grpSpPr>
        <p:sp>
          <p:nvSpPr>
            <p:cNvPr id="1048605" name="object 9"/>
            <p:cNvSpPr/>
            <p:nvPr/>
          </p:nvSpPr>
          <p:spPr>
            <a:xfrm>
              <a:off x="5277611" y="1702307"/>
              <a:ext cx="1371600" cy="508000"/>
            </a:xfrm>
            <a:custGeom>
              <a:avLst/>
              <a:ahLst/>
              <a:rect l="l" t="t" r="r" b="b"/>
              <a:pathLst>
                <a:path w="1371600" h="508000">
                  <a:moveTo>
                    <a:pt x="1371599" y="0"/>
                  </a:moveTo>
                  <a:lnTo>
                    <a:pt x="0" y="0"/>
                  </a:lnTo>
                  <a:lnTo>
                    <a:pt x="0" y="507491"/>
                  </a:lnTo>
                  <a:lnTo>
                    <a:pt x="1371599" y="507491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06" name="object 10"/>
            <p:cNvSpPr/>
            <p:nvPr/>
          </p:nvSpPr>
          <p:spPr>
            <a:xfrm>
              <a:off x="5277611" y="1702307"/>
              <a:ext cx="1371600" cy="508000"/>
            </a:xfrm>
            <a:custGeom>
              <a:avLst/>
              <a:ahLst/>
              <a:rect l="l" t="t" r="r" b="b"/>
              <a:pathLst>
                <a:path w="1371600" h="508000">
                  <a:moveTo>
                    <a:pt x="0" y="507491"/>
                  </a:moveTo>
                  <a:lnTo>
                    <a:pt x="1371599" y="507491"/>
                  </a:lnTo>
                  <a:lnTo>
                    <a:pt x="1371599" y="0"/>
                  </a:lnTo>
                  <a:lnTo>
                    <a:pt x="0" y="0"/>
                  </a:lnTo>
                  <a:lnTo>
                    <a:pt x="0" y="507491"/>
                  </a:lnTo>
                  <a:close/>
                </a:path>
              </a:pathLst>
            </a:custGeom>
            <a:ln w="12192">
              <a:solidFill>
                <a:srgbClr val="507D31"/>
              </a:solidFill>
            </a:ln>
          </p:spPr>
          <p:txBody>
            <a:bodyPr bIns="0" lIns="0" rIns="0" rtlCol="0" tIns="0" wrap="square"/>
            <a:p/>
          </p:txBody>
        </p:sp>
      </p:grpSp>
      <p:sp>
        <p:nvSpPr>
          <p:cNvPr id="1048607" name="object 11"/>
          <p:cNvSpPr txBox="1">
            <a:spLocks noGrp="1"/>
          </p:cNvSpPr>
          <p:nvPr>
            <p:ph type="title"/>
          </p:nvPr>
        </p:nvSpPr>
        <p:spPr>
          <a:xfrm>
            <a:off x="5412104" y="1663065"/>
            <a:ext cx="1100455" cy="39116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2400" spc="-25">
                <a:solidFill>
                  <a:srgbClr val="6F2F9F"/>
                </a:solidFill>
                <a:latin typeface="Trebuchet MS"/>
                <a:cs typeface="Trebuchet MS"/>
              </a:rPr>
              <a:t>Present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4" name="object 12"/>
          <p:cNvGrpSpPr/>
          <p:nvPr/>
        </p:nvGrpSpPr>
        <p:grpSpPr>
          <a:xfrm>
            <a:off x="8867902" y="1695957"/>
            <a:ext cx="1384300" cy="520700"/>
            <a:chOff x="8867902" y="1695957"/>
            <a:chExt cx="1384300" cy="520700"/>
          </a:xfrm>
        </p:grpSpPr>
        <p:sp>
          <p:nvSpPr>
            <p:cNvPr id="1048608" name="object 13"/>
            <p:cNvSpPr/>
            <p:nvPr/>
          </p:nvSpPr>
          <p:spPr>
            <a:xfrm>
              <a:off x="8874252" y="1702307"/>
              <a:ext cx="1371600" cy="508000"/>
            </a:xfrm>
            <a:custGeom>
              <a:avLst/>
              <a:ahLst/>
              <a:rect l="l" t="t" r="r" b="b"/>
              <a:pathLst>
                <a:path w="1371600" h="508000">
                  <a:moveTo>
                    <a:pt x="1371600" y="0"/>
                  </a:moveTo>
                  <a:lnTo>
                    <a:pt x="0" y="0"/>
                  </a:lnTo>
                  <a:lnTo>
                    <a:pt x="0" y="507491"/>
                  </a:lnTo>
                  <a:lnTo>
                    <a:pt x="1371600" y="507491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09" name="object 14"/>
            <p:cNvSpPr/>
            <p:nvPr/>
          </p:nvSpPr>
          <p:spPr>
            <a:xfrm>
              <a:off x="8874252" y="1702307"/>
              <a:ext cx="1371600" cy="508000"/>
            </a:xfrm>
            <a:custGeom>
              <a:avLst/>
              <a:ahLst/>
              <a:rect l="l" t="t" r="r" b="b"/>
              <a:pathLst>
                <a:path w="1371600" h="508000">
                  <a:moveTo>
                    <a:pt x="0" y="507491"/>
                  </a:moveTo>
                  <a:lnTo>
                    <a:pt x="1371600" y="507491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507491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bIns="0" lIns="0" rIns="0" rtlCol="0" tIns="0" wrap="square"/>
            <a:p/>
          </p:txBody>
        </p:sp>
      </p:grpSp>
      <p:sp>
        <p:nvSpPr>
          <p:cNvPr id="1048610" name="object 15"/>
          <p:cNvSpPr txBox="1"/>
          <p:nvPr/>
        </p:nvSpPr>
        <p:spPr>
          <a:xfrm>
            <a:off x="9073388" y="1751457"/>
            <a:ext cx="975994" cy="39116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2400" spc="-25">
                <a:solidFill>
                  <a:srgbClr val="C00000"/>
                </a:solidFill>
                <a:latin typeface="Trebuchet MS"/>
                <a:cs typeface="Trebuchet MS"/>
              </a:rPr>
              <a:t>Future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5" name="object 16"/>
          <p:cNvGrpSpPr/>
          <p:nvPr/>
        </p:nvGrpSpPr>
        <p:grpSpPr>
          <a:xfrm>
            <a:off x="1240282" y="277113"/>
            <a:ext cx="8899525" cy="6275070"/>
            <a:chOff x="1240282" y="277113"/>
            <a:chExt cx="8899525" cy="6275070"/>
          </a:xfrm>
        </p:grpSpPr>
        <p:sp>
          <p:nvSpPr>
            <p:cNvPr id="1048611" name="object 17"/>
            <p:cNvSpPr/>
            <p:nvPr/>
          </p:nvSpPr>
          <p:spPr>
            <a:xfrm>
              <a:off x="3503676" y="283463"/>
              <a:ext cx="4724400" cy="699770"/>
            </a:xfrm>
            <a:custGeom>
              <a:avLst/>
              <a:ahLst/>
              <a:rect l="l" t="t" r="r" b="b"/>
              <a:pathLst>
                <a:path w="4724400" h="699769">
                  <a:moveTo>
                    <a:pt x="4607814" y="0"/>
                  </a:moveTo>
                  <a:lnTo>
                    <a:pt x="116586" y="0"/>
                  </a:lnTo>
                  <a:lnTo>
                    <a:pt x="71205" y="9161"/>
                  </a:lnTo>
                  <a:lnTo>
                    <a:pt x="34147" y="34147"/>
                  </a:lnTo>
                  <a:lnTo>
                    <a:pt x="9161" y="71205"/>
                  </a:lnTo>
                  <a:lnTo>
                    <a:pt x="0" y="116585"/>
                  </a:lnTo>
                  <a:lnTo>
                    <a:pt x="0" y="582929"/>
                  </a:lnTo>
                  <a:lnTo>
                    <a:pt x="9161" y="628310"/>
                  </a:lnTo>
                  <a:lnTo>
                    <a:pt x="34147" y="665368"/>
                  </a:lnTo>
                  <a:lnTo>
                    <a:pt x="71205" y="690354"/>
                  </a:lnTo>
                  <a:lnTo>
                    <a:pt x="116586" y="699515"/>
                  </a:lnTo>
                  <a:lnTo>
                    <a:pt x="4607814" y="699515"/>
                  </a:lnTo>
                  <a:lnTo>
                    <a:pt x="4653194" y="690354"/>
                  </a:lnTo>
                  <a:lnTo>
                    <a:pt x="4690252" y="665368"/>
                  </a:lnTo>
                  <a:lnTo>
                    <a:pt x="4715238" y="628310"/>
                  </a:lnTo>
                  <a:lnTo>
                    <a:pt x="4724400" y="582929"/>
                  </a:lnTo>
                  <a:lnTo>
                    <a:pt x="4724400" y="116585"/>
                  </a:lnTo>
                  <a:lnTo>
                    <a:pt x="4715238" y="71205"/>
                  </a:lnTo>
                  <a:lnTo>
                    <a:pt x="4690252" y="34147"/>
                  </a:lnTo>
                  <a:lnTo>
                    <a:pt x="4653194" y="9161"/>
                  </a:lnTo>
                  <a:lnTo>
                    <a:pt x="4607814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12" name="object 18"/>
            <p:cNvSpPr/>
            <p:nvPr/>
          </p:nvSpPr>
          <p:spPr>
            <a:xfrm>
              <a:off x="3503676" y="283463"/>
              <a:ext cx="4724400" cy="699770"/>
            </a:xfrm>
            <a:custGeom>
              <a:avLst/>
              <a:ahLst/>
              <a:rect l="l" t="t" r="r" b="b"/>
              <a:pathLst>
                <a:path w="4724400" h="699769">
                  <a:moveTo>
                    <a:pt x="0" y="116585"/>
                  </a:moveTo>
                  <a:lnTo>
                    <a:pt x="9161" y="71205"/>
                  </a:lnTo>
                  <a:lnTo>
                    <a:pt x="34147" y="34147"/>
                  </a:lnTo>
                  <a:lnTo>
                    <a:pt x="71205" y="9161"/>
                  </a:lnTo>
                  <a:lnTo>
                    <a:pt x="116586" y="0"/>
                  </a:lnTo>
                  <a:lnTo>
                    <a:pt x="4607814" y="0"/>
                  </a:lnTo>
                  <a:lnTo>
                    <a:pt x="4653194" y="9161"/>
                  </a:lnTo>
                  <a:lnTo>
                    <a:pt x="4690252" y="34147"/>
                  </a:lnTo>
                  <a:lnTo>
                    <a:pt x="4715238" y="71205"/>
                  </a:lnTo>
                  <a:lnTo>
                    <a:pt x="4724400" y="116585"/>
                  </a:lnTo>
                  <a:lnTo>
                    <a:pt x="4724400" y="582929"/>
                  </a:lnTo>
                  <a:lnTo>
                    <a:pt x="4715238" y="628310"/>
                  </a:lnTo>
                  <a:lnTo>
                    <a:pt x="4690252" y="665368"/>
                  </a:lnTo>
                  <a:lnTo>
                    <a:pt x="4653194" y="690354"/>
                  </a:lnTo>
                  <a:lnTo>
                    <a:pt x="4607814" y="699515"/>
                  </a:lnTo>
                  <a:lnTo>
                    <a:pt x="116586" y="699515"/>
                  </a:lnTo>
                  <a:lnTo>
                    <a:pt x="71205" y="690354"/>
                  </a:lnTo>
                  <a:lnTo>
                    <a:pt x="34147" y="665368"/>
                  </a:lnTo>
                  <a:lnTo>
                    <a:pt x="9161" y="628310"/>
                  </a:lnTo>
                  <a:lnTo>
                    <a:pt x="0" y="582929"/>
                  </a:lnTo>
                  <a:lnTo>
                    <a:pt x="0" y="116585"/>
                  </a:lnTo>
                  <a:close/>
                </a:path>
              </a:pathLst>
            </a:custGeom>
            <a:ln w="12191">
              <a:solidFill>
                <a:srgbClr val="41709C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3" name="object 19"/>
            <p:cNvSpPr/>
            <p:nvPr/>
          </p:nvSpPr>
          <p:spPr>
            <a:xfrm>
              <a:off x="4594860" y="702563"/>
              <a:ext cx="2197608" cy="242315"/>
            </a:xfrm>
            <a:prstGeom prst="rect"/>
            <a:blipFill>
              <a:blip xmlns:r="http://schemas.openxmlformats.org/officeDocument/2006/relationships" r:embed="rId3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614" name="object 20"/>
            <p:cNvSpPr/>
            <p:nvPr/>
          </p:nvSpPr>
          <p:spPr>
            <a:xfrm>
              <a:off x="4885944" y="393445"/>
              <a:ext cx="1944243" cy="479932"/>
            </a:xfrm>
            <a:prstGeom prst="rect"/>
            <a:blipFill>
              <a:blip xmlns:r="http://schemas.openxmlformats.org/officeDocument/2006/relationships" r:embed="rId4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615" name="object 21"/>
            <p:cNvSpPr/>
            <p:nvPr/>
          </p:nvSpPr>
          <p:spPr>
            <a:xfrm>
              <a:off x="1674876" y="774191"/>
              <a:ext cx="8153400" cy="1136015"/>
            </a:xfrm>
            <a:custGeom>
              <a:avLst/>
              <a:ahLst/>
              <a:rect l="l" t="t" r="r" b="b"/>
              <a:pathLst>
                <a:path w="8153400" h="1136014">
                  <a:moveTo>
                    <a:pt x="2612136" y="0"/>
                  </a:moveTo>
                  <a:lnTo>
                    <a:pt x="249936" y="927100"/>
                  </a:lnTo>
                </a:path>
                <a:path w="8153400" h="1136014">
                  <a:moveTo>
                    <a:pt x="4191000" y="208787"/>
                  </a:moveTo>
                  <a:lnTo>
                    <a:pt x="4191000" y="1135888"/>
                  </a:lnTo>
                </a:path>
                <a:path w="8153400" h="1136014">
                  <a:moveTo>
                    <a:pt x="4343400" y="0"/>
                  </a:moveTo>
                  <a:lnTo>
                    <a:pt x="4343400" y="927100"/>
                  </a:lnTo>
                </a:path>
                <a:path w="8153400" h="1136014">
                  <a:moveTo>
                    <a:pt x="2362200" y="0"/>
                  </a:moveTo>
                  <a:lnTo>
                    <a:pt x="0" y="927100"/>
                  </a:lnTo>
                </a:path>
                <a:path w="8153400" h="1136014">
                  <a:moveTo>
                    <a:pt x="6042659" y="0"/>
                  </a:moveTo>
                  <a:lnTo>
                    <a:pt x="8152892" y="927100"/>
                  </a:lnTo>
                </a:path>
                <a:path w="8153400" h="1136014">
                  <a:moveTo>
                    <a:pt x="5789676" y="0"/>
                  </a:moveTo>
                  <a:lnTo>
                    <a:pt x="7885430" y="927100"/>
                  </a:lnTo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6" name="object 22"/>
            <p:cNvSpPr/>
            <p:nvPr/>
          </p:nvSpPr>
          <p:spPr>
            <a:xfrm>
              <a:off x="1924812" y="2209799"/>
              <a:ext cx="3179445" cy="993140"/>
            </a:xfrm>
            <a:custGeom>
              <a:avLst/>
              <a:ahLst/>
              <a:rect l="l" t="t" r="r" b="b"/>
              <a:pathLst>
                <a:path w="3179445" h="993139">
                  <a:moveTo>
                    <a:pt x="0" y="0"/>
                  </a:moveTo>
                  <a:lnTo>
                    <a:pt x="0" y="992632"/>
                  </a:lnTo>
                  <a:lnTo>
                    <a:pt x="3179317" y="992632"/>
                  </a:lnTo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7" name="object 23"/>
            <p:cNvSpPr/>
            <p:nvPr/>
          </p:nvSpPr>
          <p:spPr>
            <a:xfrm>
              <a:off x="5343144" y="2910840"/>
              <a:ext cx="1492250" cy="584200"/>
            </a:xfrm>
            <a:custGeom>
              <a:avLst/>
              <a:ahLst/>
              <a:rect l="l" t="t" r="r" b="b"/>
              <a:pathLst>
                <a:path w="1492250" h="584200">
                  <a:moveTo>
                    <a:pt x="1491996" y="0"/>
                  </a:moveTo>
                  <a:lnTo>
                    <a:pt x="0" y="0"/>
                  </a:lnTo>
                  <a:lnTo>
                    <a:pt x="0" y="583691"/>
                  </a:lnTo>
                  <a:lnTo>
                    <a:pt x="1491996" y="583691"/>
                  </a:lnTo>
                  <a:lnTo>
                    <a:pt x="149199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18" name="object 24"/>
            <p:cNvSpPr/>
            <p:nvPr/>
          </p:nvSpPr>
          <p:spPr>
            <a:xfrm>
              <a:off x="5343144" y="2910840"/>
              <a:ext cx="1492250" cy="584200"/>
            </a:xfrm>
            <a:custGeom>
              <a:avLst/>
              <a:ahLst/>
              <a:rect l="l" t="t" r="r" b="b"/>
              <a:pathLst>
                <a:path w="1492250" h="584200">
                  <a:moveTo>
                    <a:pt x="0" y="583691"/>
                  </a:moveTo>
                  <a:lnTo>
                    <a:pt x="1491996" y="583691"/>
                  </a:lnTo>
                  <a:lnTo>
                    <a:pt x="1491996" y="0"/>
                  </a:lnTo>
                  <a:lnTo>
                    <a:pt x="0" y="0"/>
                  </a:lnTo>
                  <a:lnTo>
                    <a:pt x="0" y="583691"/>
                  </a:lnTo>
                  <a:close/>
                </a:path>
              </a:pathLst>
            </a:custGeom>
            <a:ln w="12192">
              <a:solidFill>
                <a:srgbClr val="787878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9" name="object 25"/>
            <p:cNvSpPr/>
            <p:nvPr/>
          </p:nvSpPr>
          <p:spPr>
            <a:xfrm>
              <a:off x="6835140" y="2209799"/>
              <a:ext cx="2724785" cy="993140"/>
            </a:xfrm>
            <a:custGeom>
              <a:avLst/>
              <a:ahLst/>
              <a:rect l="l" t="t" r="r" b="b"/>
              <a:pathLst>
                <a:path w="2724784" h="993139">
                  <a:moveTo>
                    <a:pt x="2724530" y="0"/>
                  </a:moveTo>
                  <a:lnTo>
                    <a:pt x="2724530" y="992632"/>
                  </a:lnTo>
                  <a:lnTo>
                    <a:pt x="0" y="992632"/>
                  </a:lnTo>
                </a:path>
              </a:pathLst>
            </a:custGeom>
            <a:ln w="12191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0" name="object 26"/>
            <p:cNvSpPr/>
            <p:nvPr/>
          </p:nvSpPr>
          <p:spPr>
            <a:xfrm>
              <a:off x="1630680" y="2209799"/>
              <a:ext cx="44450" cy="1974850"/>
            </a:xfrm>
            <a:custGeom>
              <a:avLst/>
              <a:ahLst/>
              <a:rect l="l" t="t" r="r" b="b"/>
              <a:pathLst>
                <a:path w="44450" h="1974850">
                  <a:moveTo>
                    <a:pt x="43433" y="0"/>
                  </a:moveTo>
                  <a:lnTo>
                    <a:pt x="21717" y="0"/>
                  </a:lnTo>
                  <a:lnTo>
                    <a:pt x="21717" y="13842"/>
                  </a:lnTo>
                  <a:lnTo>
                    <a:pt x="0" y="13842"/>
                  </a:lnTo>
                </a:path>
                <a:path w="44450" h="1974850">
                  <a:moveTo>
                    <a:pt x="44195" y="67055"/>
                  </a:moveTo>
                  <a:lnTo>
                    <a:pt x="44195" y="1974342"/>
                  </a:lnTo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1" name="object 27"/>
            <p:cNvSpPr/>
            <p:nvPr/>
          </p:nvSpPr>
          <p:spPr>
            <a:xfrm>
              <a:off x="5332476" y="3831335"/>
              <a:ext cx="1274064" cy="597407"/>
            </a:xfrm>
            <a:prstGeom prst="rect"/>
            <a:blipFill>
              <a:blip xmlns:r="http://schemas.openxmlformats.org/officeDocument/2006/relationships" r:embed="rId5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622" name="object 28"/>
            <p:cNvSpPr/>
            <p:nvPr/>
          </p:nvSpPr>
          <p:spPr>
            <a:xfrm>
              <a:off x="1674876" y="2209799"/>
              <a:ext cx="8001000" cy="1981200"/>
            </a:xfrm>
            <a:custGeom>
              <a:avLst/>
              <a:ahLst/>
              <a:rect l="l" t="t" r="r" b="b"/>
              <a:pathLst>
                <a:path w="8001000" h="1981200">
                  <a:moveTo>
                    <a:pt x="0" y="1981200"/>
                  </a:moveTo>
                  <a:lnTo>
                    <a:pt x="3657600" y="1981200"/>
                  </a:lnTo>
                </a:path>
                <a:path w="8001000" h="1981200">
                  <a:moveTo>
                    <a:pt x="8001000" y="0"/>
                  </a:moveTo>
                  <a:lnTo>
                    <a:pt x="8001000" y="1981200"/>
                  </a:lnTo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3" name="object 29"/>
            <p:cNvSpPr/>
            <p:nvPr/>
          </p:nvSpPr>
          <p:spPr>
            <a:xfrm>
              <a:off x="6835140" y="4190999"/>
              <a:ext cx="2840990" cy="0"/>
            </a:xfrm>
            <a:custGeom>
              <a:avLst/>
              <a:ahLst/>
              <a:rect l="l" t="t" r="r" b="b"/>
              <a:pathLst>
                <a:path w="2840990">
                  <a:moveTo>
                    <a:pt x="0" y="0"/>
                  </a:moveTo>
                  <a:lnTo>
                    <a:pt x="2840862" y="0"/>
                  </a:lnTo>
                </a:path>
              </a:pathLst>
            </a:custGeom>
            <a:ln w="12191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4" name="object 30"/>
            <p:cNvSpPr/>
            <p:nvPr/>
          </p:nvSpPr>
          <p:spPr>
            <a:xfrm>
              <a:off x="9904475" y="2223515"/>
              <a:ext cx="0" cy="2958465"/>
            </a:xfrm>
            <a:custGeom>
              <a:avLst/>
              <a:ahLst/>
              <a:rect l="l" t="t" r="r" b="b"/>
              <a:pathLst>
                <a:path h="2958465">
                  <a:moveTo>
                    <a:pt x="0" y="0"/>
                  </a:moveTo>
                  <a:lnTo>
                    <a:pt x="0" y="2957957"/>
                  </a:lnTo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5" name="object 31"/>
            <p:cNvSpPr/>
            <p:nvPr/>
          </p:nvSpPr>
          <p:spPr>
            <a:xfrm>
              <a:off x="6835140" y="5181599"/>
              <a:ext cx="3069590" cy="0"/>
            </a:xfrm>
            <a:custGeom>
              <a:avLst/>
              <a:ahLst/>
              <a:rect l="l" t="t" r="r" b="b"/>
              <a:pathLst>
                <a:path w="3069590">
                  <a:moveTo>
                    <a:pt x="0" y="0"/>
                  </a:moveTo>
                  <a:lnTo>
                    <a:pt x="3069208" y="0"/>
                  </a:lnTo>
                </a:path>
              </a:pathLst>
            </a:custGeom>
            <a:ln w="12191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6" name="object 32"/>
            <p:cNvSpPr/>
            <p:nvPr/>
          </p:nvSpPr>
          <p:spPr>
            <a:xfrm>
              <a:off x="10133075" y="2223515"/>
              <a:ext cx="0" cy="4139565"/>
            </a:xfrm>
            <a:custGeom>
              <a:avLst/>
              <a:ahLst/>
              <a:rect l="l" t="t" r="r" b="b"/>
              <a:pathLst>
                <a:path h="4139565">
                  <a:moveTo>
                    <a:pt x="0" y="0"/>
                  </a:moveTo>
                  <a:lnTo>
                    <a:pt x="0" y="4139336"/>
                  </a:lnTo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7" name="object 33"/>
            <p:cNvSpPr/>
            <p:nvPr/>
          </p:nvSpPr>
          <p:spPr>
            <a:xfrm>
              <a:off x="6835140" y="6362699"/>
              <a:ext cx="3298190" cy="0"/>
            </a:xfrm>
            <a:custGeom>
              <a:avLst/>
              <a:ahLst/>
              <a:rect l="l" t="t" r="r" b="b"/>
              <a:pathLst>
                <a:path w="3298190">
                  <a:moveTo>
                    <a:pt x="0" y="0"/>
                  </a:moveTo>
                  <a:lnTo>
                    <a:pt x="3298062" y="0"/>
                  </a:lnTo>
                </a:path>
              </a:pathLst>
            </a:custGeom>
            <a:ln w="12191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8" name="object 34"/>
            <p:cNvSpPr/>
            <p:nvPr/>
          </p:nvSpPr>
          <p:spPr>
            <a:xfrm>
              <a:off x="5324855" y="4878323"/>
              <a:ext cx="1274063" cy="597407"/>
            </a:xfrm>
            <a:prstGeom prst="rect"/>
            <a:blipFill>
              <a:blip xmlns:r="http://schemas.openxmlformats.org/officeDocument/2006/relationships" r:embed="rId5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629" name="object 35"/>
            <p:cNvSpPr/>
            <p:nvPr/>
          </p:nvSpPr>
          <p:spPr>
            <a:xfrm>
              <a:off x="1446276" y="2209799"/>
              <a:ext cx="4643755" cy="2971800"/>
            </a:xfrm>
            <a:custGeom>
              <a:avLst/>
              <a:ahLst/>
              <a:rect l="l" t="t" r="r" b="b"/>
              <a:pathLst>
                <a:path w="4643755" h="2971800">
                  <a:moveTo>
                    <a:pt x="0" y="0"/>
                  </a:moveTo>
                  <a:lnTo>
                    <a:pt x="0" y="2971800"/>
                  </a:lnTo>
                </a:path>
                <a:path w="4643755" h="2971800">
                  <a:moveTo>
                    <a:pt x="0" y="2971800"/>
                  </a:moveTo>
                  <a:lnTo>
                    <a:pt x="3886200" y="2971800"/>
                  </a:lnTo>
                </a:path>
                <a:path w="4643755" h="2971800">
                  <a:moveTo>
                    <a:pt x="4517136" y="0"/>
                  </a:moveTo>
                  <a:lnTo>
                    <a:pt x="4643374" y="700532"/>
                  </a:lnTo>
                </a:path>
                <a:path w="4643755" h="2971800">
                  <a:moveTo>
                    <a:pt x="4642866" y="1284732"/>
                  </a:moveTo>
                  <a:lnTo>
                    <a:pt x="4523232" y="1621917"/>
                  </a:lnTo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30" name="object 36"/>
            <p:cNvSpPr/>
            <p:nvPr/>
          </p:nvSpPr>
          <p:spPr>
            <a:xfrm>
              <a:off x="5965761" y="4422648"/>
              <a:ext cx="0" cy="445134"/>
            </a:xfrm>
            <a:custGeom>
              <a:avLst/>
              <a:ahLst/>
              <a:rect l="l" t="t" r="r" b="b"/>
              <a:pathLst>
                <a:path h="445135">
                  <a:moveTo>
                    <a:pt x="0" y="0"/>
                  </a:moveTo>
                  <a:lnTo>
                    <a:pt x="0" y="445007"/>
                  </a:lnTo>
                </a:path>
              </a:pathLst>
            </a:custGeom>
            <a:ln w="19939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31" name="object 37"/>
            <p:cNvSpPr/>
            <p:nvPr/>
          </p:nvSpPr>
          <p:spPr>
            <a:xfrm>
              <a:off x="5332476" y="5954267"/>
              <a:ext cx="1274064" cy="597407"/>
            </a:xfrm>
            <a:prstGeom prst="rect"/>
            <a:blipFill>
              <a:blip xmlns:r="http://schemas.openxmlformats.org/officeDocument/2006/relationships" r:embed="rId5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632" name="object 38"/>
            <p:cNvSpPr/>
            <p:nvPr/>
          </p:nvSpPr>
          <p:spPr>
            <a:xfrm>
              <a:off x="5961888" y="5475731"/>
              <a:ext cx="8255" cy="478155"/>
            </a:xfrm>
            <a:custGeom>
              <a:avLst/>
              <a:ahLst/>
              <a:rect l="l" t="t" r="r" b="b"/>
              <a:pathLst>
                <a:path w="8254" h="478154">
                  <a:moveTo>
                    <a:pt x="0" y="0"/>
                  </a:moveTo>
                  <a:lnTo>
                    <a:pt x="7747" y="477977"/>
                  </a:lnTo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33" name="object 39"/>
            <p:cNvSpPr/>
            <p:nvPr/>
          </p:nvSpPr>
          <p:spPr>
            <a:xfrm>
              <a:off x="5332476" y="3837431"/>
              <a:ext cx="1503045" cy="585470"/>
            </a:xfrm>
            <a:custGeom>
              <a:avLst/>
              <a:ahLst/>
              <a:rect l="l" t="t" r="r" b="b"/>
              <a:pathLst>
                <a:path w="1503045" h="585470">
                  <a:moveTo>
                    <a:pt x="1502664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1502664" y="585215"/>
                  </a:lnTo>
                  <a:lnTo>
                    <a:pt x="150266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34" name="object 40"/>
            <p:cNvSpPr/>
            <p:nvPr/>
          </p:nvSpPr>
          <p:spPr>
            <a:xfrm>
              <a:off x="5332476" y="3837431"/>
              <a:ext cx="1503045" cy="585470"/>
            </a:xfrm>
            <a:custGeom>
              <a:avLst/>
              <a:ahLst/>
              <a:rect l="l" t="t" r="r" b="b"/>
              <a:pathLst>
                <a:path w="1503045" h="585470">
                  <a:moveTo>
                    <a:pt x="0" y="585215"/>
                  </a:moveTo>
                  <a:lnTo>
                    <a:pt x="1502664" y="585215"/>
                  </a:lnTo>
                  <a:lnTo>
                    <a:pt x="1502664" y="0"/>
                  </a:lnTo>
                  <a:lnTo>
                    <a:pt x="0" y="0"/>
                  </a:lnTo>
                  <a:lnTo>
                    <a:pt x="0" y="585215"/>
                  </a:lnTo>
                  <a:close/>
                </a:path>
              </a:pathLst>
            </a:custGeom>
            <a:ln w="12192">
              <a:solidFill>
                <a:srgbClr val="BB8B00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35" name="object 41"/>
            <p:cNvSpPr/>
            <p:nvPr/>
          </p:nvSpPr>
          <p:spPr>
            <a:xfrm>
              <a:off x="1257300" y="2223515"/>
              <a:ext cx="0" cy="4139565"/>
            </a:xfrm>
            <a:custGeom>
              <a:avLst/>
              <a:ahLst/>
              <a:rect l="l" t="t" r="r" b="b"/>
              <a:pathLst>
                <a:path h="4139565">
                  <a:moveTo>
                    <a:pt x="0" y="0"/>
                  </a:moveTo>
                  <a:lnTo>
                    <a:pt x="0" y="4139336"/>
                  </a:lnTo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36" name="object 42"/>
            <p:cNvSpPr/>
            <p:nvPr/>
          </p:nvSpPr>
          <p:spPr>
            <a:xfrm>
              <a:off x="1246632" y="6320028"/>
              <a:ext cx="3857625" cy="0"/>
            </a:xfrm>
            <a:custGeom>
              <a:avLst/>
              <a:ahLst/>
              <a:rect l="l" t="t" r="r" b="b"/>
              <a:pathLst>
                <a:path w="3857625">
                  <a:moveTo>
                    <a:pt x="0" y="0"/>
                  </a:moveTo>
                  <a:lnTo>
                    <a:pt x="3857244" y="0"/>
                  </a:lnTo>
                </a:path>
              </a:pathLst>
            </a:custGeom>
            <a:ln w="12191">
              <a:solidFill>
                <a:srgbClr val="5B9BD4"/>
              </a:solidFill>
            </a:ln>
          </p:spPr>
          <p:txBody>
            <a:bodyPr bIns="0" lIns="0" rIns="0" rtlCol="0" tIns="0" wrap="square"/>
            <a:p/>
          </p:txBody>
        </p:sp>
      </p:grpSp>
      <p:sp>
        <p:nvSpPr>
          <p:cNvPr id="1048637" name="object 43"/>
          <p:cNvSpPr txBox="1"/>
          <p:nvPr/>
        </p:nvSpPr>
        <p:spPr>
          <a:xfrm>
            <a:off x="5434965" y="3047238"/>
            <a:ext cx="1297940" cy="122809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b="1" dirty="0" sz="1800">
                <a:solidFill>
                  <a:srgbClr val="843B0C"/>
                </a:solidFill>
                <a:latin typeface="Arial"/>
                <a:cs typeface="Arial"/>
              </a:rPr>
              <a:t>Indefinate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b="1" dirty="0" sz="1800">
                <a:solidFill>
                  <a:srgbClr val="7E7E7E"/>
                </a:solidFill>
                <a:latin typeface="Arial"/>
                <a:cs typeface="Arial"/>
              </a:rPr>
              <a:t>Continuous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6" name="object 44"/>
          <p:cNvGrpSpPr/>
          <p:nvPr/>
        </p:nvGrpSpPr>
        <p:grpSpPr>
          <a:xfrm>
            <a:off x="5097779" y="4861559"/>
            <a:ext cx="1743710" cy="1684020"/>
            <a:chOff x="5097779" y="4861559"/>
            <a:chExt cx="1743710" cy="1684020"/>
          </a:xfrm>
        </p:grpSpPr>
        <p:sp>
          <p:nvSpPr>
            <p:cNvPr id="1048638" name="object 45"/>
            <p:cNvSpPr/>
            <p:nvPr/>
          </p:nvSpPr>
          <p:spPr>
            <a:xfrm>
              <a:off x="5323331" y="4867655"/>
              <a:ext cx="1511935" cy="585470"/>
            </a:xfrm>
            <a:custGeom>
              <a:avLst/>
              <a:ahLst/>
              <a:rect l="l" t="t" r="r" b="b"/>
              <a:pathLst>
                <a:path w="1511934" h="585470">
                  <a:moveTo>
                    <a:pt x="1511808" y="0"/>
                  </a:moveTo>
                  <a:lnTo>
                    <a:pt x="0" y="0"/>
                  </a:lnTo>
                  <a:lnTo>
                    <a:pt x="0" y="585216"/>
                  </a:lnTo>
                  <a:lnTo>
                    <a:pt x="1511808" y="585216"/>
                  </a:lnTo>
                  <a:lnTo>
                    <a:pt x="1511808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39" name="object 46"/>
            <p:cNvSpPr/>
            <p:nvPr/>
          </p:nvSpPr>
          <p:spPr>
            <a:xfrm>
              <a:off x="5323331" y="4867655"/>
              <a:ext cx="1511935" cy="585470"/>
            </a:xfrm>
            <a:custGeom>
              <a:avLst/>
              <a:ahLst/>
              <a:rect l="l" t="t" r="r" b="b"/>
              <a:pathLst>
                <a:path w="1511934" h="585470">
                  <a:moveTo>
                    <a:pt x="0" y="585216"/>
                  </a:moveTo>
                  <a:lnTo>
                    <a:pt x="1511808" y="585216"/>
                  </a:lnTo>
                  <a:lnTo>
                    <a:pt x="1511808" y="0"/>
                  </a:lnTo>
                  <a:lnTo>
                    <a:pt x="0" y="0"/>
                  </a:lnTo>
                  <a:lnTo>
                    <a:pt x="0" y="585216"/>
                  </a:lnTo>
                  <a:close/>
                </a:path>
              </a:pathLst>
            </a:custGeom>
            <a:ln w="12192">
              <a:solidFill>
                <a:srgbClr val="507D31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40" name="object 47"/>
            <p:cNvSpPr/>
            <p:nvPr/>
          </p:nvSpPr>
          <p:spPr>
            <a:xfrm>
              <a:off x="5103875" y="5955791"/>
              <a:ext cx="1731645" cy="584200"/>
            </a:xfrm>
            <a:custGeom>
              <a:avLst/>
              <a:ahLst/>
              <a:rect l="l" t="t" r="r" b="b"/>
              <a:pathLst>
                <a:path w="1731645" h="584200">
                  <a:moveTo>
                    <a:pt x="1731264" y="0"/>
                  </a:moveTo>
                  <a:lnTo>
                    <a:pt x="0" y="0"/>
                  </a:lnTo>
                  <a:lnTo>
                    <a:pt x="0" y="583691"/>
                  </a:lnTo>
                  <a:lnTo>
                    <a:pt x="1731264" y="583691"/>
                  </a:lnTo>
                  <a:lnTo>
                    <a:pt x="173126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1" name="object 48"/>
            <p:cNvSpPr/>
            <p:nvPr/>
          </p:nvSpPr>
          <p:spPr>
            <a:xfrm>
              <a:off x="5103875" y="5955791"/>
              <a:ext cx="1731645" cy="584200"/>
            </a:xfrm>
            <a:custGeom>
              <a:avLst/>
              <a:ahLst/>
              <a:rect l="l" t="t" r="r" b="b"/>
              <a:pathLst>
                <a:path w="1731645" h="584200">
                  <a:moveTo>
                    <a:pt x="0" y="583691"/>
                  </a:moveTo>
                  <a:lnTo>
                    <a:pt x="1731264" y="583691"/>
                  </a:lnTo>
                  <a:lnTo>
                    <a:pt x="1731264" y="0"/>
                  </a:lnTo>
                  <a:lnTo>
                    <a:pt x="0" y="0"/>
                  </a:lnTo>
                  <a:lnTo>
                    <a:pt x="0" y="583691"/>
                  </a:lnTo>
                  <a:close/>
                </a:path>
              </a:pathLst>
            </a:custGeom>
            <a:ln w="12192">
              <a:solidFill>
                <a:srgbClr val="787878"/>
              </a:solidFill>
            </a:ln>
          </p:spPr>
          <p:txBody>
            <a:bodyPr bIns="0" lIns="0" rIns="0" rtlCol="0" tIns="0" wrap="square"/>
            <a:p/>
          </p:txBody>
        </p:sp>
      </p:grpSp>
      <p:sp>
        <p:nvSpPr>
          <p:cNvPr id="1048642" name="object 49"/>
          <p:cNvSpPr txBox="1"/>
          <p:nvPr/>
        </p:nvSpPr>
        <p:spPr>
          <a:xfrm>
            <a:off x="5340477" y="4957953"/>
            <a:ext cx="1258570" cy="1827403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b="1" dirty="0" sz="2400" spc="-30">
                <a:solidFill>
                  <a:srgbClr val="7E5F00"/>
                </a:solidFill>
                <a:latin typeface="Times New Roman"/>
                <a:cs typeface="Times New Roman"/>
              </a:rPr>
              <a:t>Perfect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algn="ctr" marL="1905">
              <a:lnSpc>
                <a:spcPct val="100000"/>
              </a:lnSpc>
              <a:spcBef>
                <a:spcPts val="1689"/>
              </a:spcBef>
            </a:pPr>
            <a:r>
              <a:rPr b="1" dirty="0" sz="1800" spc="-30">
                <a:solidFill>
                  <a:srgbClr val="525252"/>
                </a:solidFill>
                <a:latin typeface="Trebuchet MS"/>
                <a:cs typeface="Trebuchet MS"/>
              </a:rPr>
              <a:t>Perfect</a:t>
            </a:r>
            <a:endParaRPr sz="1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b="1" dirty="0" sz="1800" spc="25">
                <a:solidFill>
                  <a:srgbClr val="525252"/>
                </a:solidFill>
                <a:latin typeface="Trebuchet MS"/>
                <a:cs typeface="Trebuchet MS"/>
              </a:rPr>
              <a:t>Continuous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 fontScale="90000"/>
          </a:bodyPr>
          <a:p>
            <a:r>
              <a:rPr dirty="0" lang="en-US" smtClean="0"/>
              <a:t>INTRASITIVE VERBS(DO NOT CHANGE IN PASSIVE)</a:t>
            </a:r>
            <a:endParaRPr dirty="0" lang="en-IN"/>
          </a:p>
        </p:txBody>
      </p:sp>
      <p:sp>
        <p:nvSpPr>
          <p:cNvPr id="1048644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562600"/>
          </a:xfrm>
        </p:spPr>
        <p:txBody>
          <a:bodyPr>
            <a:normAutofit fontScale="81250" lnSpcReduction="20000"/>
          </a:bodyPr>
          <a:p>
            <a:r>
              <a:rPr dirty="0" lang="en-US" smtClean="0"/>
              <a:t>GO</a:t>
            </a:r>
          </a:p>
          <a:p>
            <a:r>
              <a:rPr dirty="0" lang="en-US" smtClean="0"/>
              <a:t>LAUGH</a:t>
            </a:r>
          </a:p>
          <a:p>
            <a:r>
              <a:rPr dirty="0" lang="en-US" smtClean="0"/>
              <a:t>SLEEP</a:t>
            </a:r>
          </a:p>
          <a:p>
            <a:r>
              <a:rPr dirty="0" lang="en-US" smtClean="0"/>
              <a:t>DEPEND</a:t>
            </a:r>
          </a:p>
          <a:p>
            <a:r>
              <a:rPr dirty="0" lang="en-US" smtClean="0"/>
              <a:t>LOOK</a:t>
            </a:r>
          </a:p>
          <a:p>
            <a:r>
              <a:rPr dirty="0" lang="en-US" smtClean="0"/>
              <a:t>ARRIVE</a:t>
            </a:r>
          </a:p>
          <a:p>
            <a:r>
              <a:rPr dirty="0" lang="en-US" smtClean="0"/>
              <a:t>FALL</a:t>
            </a:r>
          </a:p>
          <a:p>
            <a:r>
              <a:rPr dirty="0" lang="en-US" smtClean="0"/>
              <a:t>DIE</a:t>
            </a:r>
          </a:p>
          <a:p>
            <a:r>
              <a:rPr dirty="0" lang="en-US" smtClean="0"/>
              <a:t>SMILE</a:t>
            </a:r>
          </a:p>
          <a:p>
            <a:r>
              <a:rPr dirty="0" lang="en-US" smtClean="0"/>
              <a:t>BECOME</a:t>
            </a:r>
          </a:p>
          <a:p>
            <a:r>
              <a:rPr dirty="0" lang="en-US" smtClean="0"/>
              <a:t>CRY</a:t>
            </a:r>
          </a:p>
          <a:p>
            <a:r>
              <a:rPr dirty="0" lang="en-US" smtClean="0"/>
              <a:t>WAKE</a:t>
            </a:r>
          </a:p>
          <a:p>
            <a:r>
              <a:rPr dirty="0" lang="en-US" smtClean="0"/>
              <a:t>REMAIN</a:t>
            </a:r>
          </a:p>
          <a:p>
            <a:r>
              <a:rPr dirty="0" lang="en-US" smtClean="0"/>
              <a:t>LIVE</a:t>
            </a:r>
            <a:endParaRPr dirty="0" lang="en-IN"/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object 2"/>
          <p:cNvGrpSpPr/>
          <p:nvPr/>
        </p:nvGrpSpPr>
        <p:grpSpPr>
          <a:xfrm>
            <a:off x="7848600" y="364870"/>
            <a:ext cx="1466215" cy="424815"/>
            <a:chOff x="7848600" y="364870"/>
            <a:chExt cx="1466215" cy="424815"/>
          </a:xfrm>
        </p:grpSpPr>
        <p:sp>
          <p:nvSpPr>
            <p:cNvPr id="1048645" name="object 3"/>
            <p:cNvSpPr/>
            <p:nvPr/>
          </p:nvSpPr>
          <p:spPr>
            <a:xfrm>
              <a:off x="7848600" y="600455"/>
              <a:ext cx="1446276" cy="188975"/>
            </a:xfrm>
            <a:prstGeom prst="rect"/>
            <a:blipFill>
              <a:blip xmlns:r="http://schemas.openxmlformats.org/officeDocument/2006/relationships" r:embed="rId1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646" name="object 4"/>
            <p:cNvSpPr/>
            <p:nvPr/>
          </p:nvSpPr>
          <p:spPr>
            <a:xfrm>
              <a:off x="8078850" y="364870"/>
              <a:ext cx="1235583" cy="355726"/>
            </a:xfrm>
            <a:prstGeom prst="rect"/>
            <a:blipFill>
              <a:blip xmlns:r="http://schemas.openxmlformats.org/officeDocument/2006/relationships" r:embed="rId2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</p:grpSp>
      <p:sp>
        <p:nvSpPr>
          <p:cNvPr id="1048647" name="object 5"/>
          <p:cNvSpPr txBox="1">
            <a:spLocks noGrp="1"/>
          </p:cNvSpPr>
          <p:nvPr>
            <p:ph type="title"/>
          </p:nvPr>
        </p:nvSpPr>
        <p:spPr>
          <a:xfrm>
            <a:off x="1600201" y="192786"/>
            <a:ext cx="9096374" cy="689291"/>
          </a:xfrm>
          <a:prstGeom prst="rect"/>
        </p:spPr>
        <p:txBody>
          <a:bodyPr bIns="0" lIns="0" rIns="0" rtlCol="0" tIns="12065" vert="horz" wrap="square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algn="l" pos="5688330"/>
              </a:tabLst>
            </a:pPr>
            <a:r>
              <a:rPr dirty="0" lang="en-US" spc="-55" smtClean="0">
                <a:solidFill>
                  <a:srgbClr val="6F2F9F"/>
                </a:solidFill>
              </a:rPr>
              <a:t>Simple</a:t>
            </a:r>
            <a:r>
              <a:rPr spc="-55" smtClean="0">
                <a:solidFill>
                  <a:srgbClr val="6F2F9F"/>
                </a:solidFill>
              </a:rPr>
              <a:t>P</a:t>
            </a:r>
            <a:r>
              <a:rPr spc="-355" smtClean="0">
                <a:solidFill>
                  <a:srgbClr val="6F2F9F"/>
                </a:solidFill>
              </a:rPr>
              <a:t>r</a:t>
            </a:r>
            <a:r>
              <a:rPr spc="-195" smtClean="0">
                <a:solidFill>
                  <a:srgbClr val="6F2F9F"/>
                </a:solidFill>
              </a:rPr>
              <a:t>e</a:t>
            </a:r>
            <a:r>
              <a:rPr spc="-275" smtClean="0">
                <a:solidFill>
                  <a:srgbClr val="6F2F9F"/>
                </a:solidFill>
              </a:rPr>
              <a:t>se</a:t>
            </a:r>
            <a:r>
              <a:rPr spc="-295" smtClean="0">
                <a:solidFill>
                  <a:srgbClr val="6F2F9F"/>
                </a:solidFill>
              </a:rPr>
              <a:t>nt</a:t>
            </a:r>
            <a:r>
              <a:rPr spc="-245" smtClean="0">
                <a:solidFill>
                  <a:srgbClr val="6F2F9F"/>
                </a:solidFill>
              </a:rPr>
              <a:t> </a:t>
            </a:r>
            <a:endParaRPr dirty="0" spc="-315">
              <a:solidFill>
                <a:srgbClr val="243958"/>
              </a:solidFill>
            </a:endParaRPr>
          </a:p>
        </p:txBody>
      </p:sp>
      <p:sp>
        <p:nvSpPr>
          <p:cNvPr id="1048648" name="object 6"/>
          <p:cNvSpPr txBox="1"/>
          <p:nvPr/>
        </p:nvSpPr>
        <p:spPr>
          <a:xfrm>
            <a:off x="1226616" y="770381"/>
            <a:ext cx="9907905" cy="645160"/>
          </a:xfrm>
          <a:prstGeom prst="rect"/>
        </p:spPr>
        <p:txBody>
          <a:bodyPr bIns="0" lIns="0" rIns="0" rtlCol="0" tIns="63500" vert="horz" wrap="square">
            <a:spAutoFit/>
          </a:bodyPr>
          <a:p>
            <a:pPr marL="12700" marR="5080">
              <a:lnSpc>
                <a:spcPts val="2240"/>
              </a:lnSpc>
              <a:spcBef>
                <a:spcPts val="500"/>
              </a:spcBef>
            </a:pPr>
            <a:r>
              <a:rPr dirty="0" sz="2200" spc="-275">
                <a:solidFill>
                  <a:srgbClr val="243958"/>
                </a:solidFill>
                <a:latin typeface="Verdana"/>
                <a:cs typeface="Verdana"/>
              </a:rPr>
              <a:t>It </a:t>
            </a:r>
            <a:r>
              <a:rPr dirty="0" sz="2200" spc="-165">
                <a:solidFill>
                  <a:srgbClr val="243958"/>
                </a:solidFill>
                <a:latin typeface="Verdana"/>
                <a:cs typeface="Verdana"/>
              </a:rPr>
              <a:t>is </a:t>
            </a:r>
            <a:r>
              <a:rPr dirty="0" sz="2200" spc="-120">
                <a:solidFill>
                  <a:srgbClr val="243958"/>
                </a:solidFill>
                <a:latin typeface="Verdana"/>
                <a:cs typeface="Verdana"/>
              </a:rPr>
              <a:t>used </a:t>
            </a:r>
            <a:r>
              <a:rPr dirty="0" sz="2200" spc="-80">
                <a:solidFill>
                  <a:srgbClr val="243958"/>
                </a:solidFill>
                <a:latin typeface="Verdana"/>
                <a:cs typeface="Verdana"/>
              </a:rPr>
              <a:t>to </a:t>
            </a:r>
            <a:r>
              <a:rPr dirty="0" sz="2200" spc="-170">
                <a:solidFill>
                  <a:srgbClr val="243958"/>
                </a:solidFill>
                <a:latin typeface="Verdana"/>
                <a:cs typeface="Verdana"/>
              </a:rPr>
              <a:t>express </a:t>
            </a:r>
            <a:r>
              <a:rPr dirty="0" sz="2200" spc="-135">
                <a:solidFill>
                  <a:srgbClr val="243958"/>
                </a:solidFill>
                <a:latin typeface="Verdana"/>
                <a:cs typeface="Verdana"/>
              </a:rPr>
              <a:t>an </a:t>
            </a:r>
            <a:r>
              <a:rPr dirty="0" sz="2200" spc="-105">
                <a:solidFill>
                  <a:srgbClr val="243958"/>
                </a:solidFill>
                <a:latin typeface="Verdana"/>
                <a:cs typeface="Verdana"/>
              </a:rPr>
              <a:t>action </a:t>
            </a:r>
            <a:r>
              <a:rPr dirty="0" sz="2200" spc="-114">
                <a:solidFill>
                  <a:srgbClr val="243958"/>
                </a:solidFill>
                <a:latin typeface="Verdana"/>
                <a:cs typeface="Verdana"/>
              </a:rPr>
              <a:t>in </a:t>
            </a:r>
            <a:r>
              <a:rPr dirty="0" sz="2200" spc="-140">
                <a:solidFill>
                  <a:srgbClr val="243958"/>
                </a:solidFill>
                <a:latin typeface="Verdana"/>
                <a:cs typeface="Verdana"/>
              </a:rPr>
              <a:t>present </a:t>
            </a:r>
            <a:r>
              <a:rPr dirty="0" sz="2200" spc="-170">
                <a:solidFill>
                  <a:srgbClr val="243958"/>
                </a:solidFill>
                <a:latin typeface="Verdana"/>
                <a:cs typeface="Verdana"/>
              </a:rPr>
              <a:t>time, </a:t>
            </a:r>
            <a:r>
              <a:rPr dirty="0" sz="2200" spc="-120">
                <a:solidFill>
                  <a:srgbClr val="243958"/>
                </a:solidFill>
                <a:latin typeface="Verdana"/>
                <a:cs typeface="Verdana"/>
              </a:rPr>
              <a:t>habitual </a:t>
            </a:r>
            <a:r>
              <a:rPr dirty="0" sz="2200" spc="-80">
                <a:solidFill>
                  <a:srgbClr val="243958"/>
                </a:solidFill>
                <a:latin typeface="Verdana"/>
                <a:cs typeface="Verdana"/>
              </a:rPr>
              <a:t>or </a:t>
            </a:r>
            <a:r>
              <a:rPr dirty="0" sz="2200" spc="-145">
                <a:solidFill>
                  <a:srgbClr val="243958"/>
                </a:solidFill>
                <a:latin typeface="Verdana"/>
                <a:cs typeface="Verdana"/>
              </a:rPr>
              <a:t>usual </a:t>
            </a:r>
            <a:r>
              <a:rPr dirty="0" sz="2200" spc="-120">
                <a:solidFill>
                  <a:srgbClr val="243958"/>
                </a:solidFill>
                <a:latin typeface="Verdana"/>
                <a:cs typeface="Verdana"/>
              </a:rPr>
              <a:t>actions </a:t>
            </a:r>
            <a:r>
              <a:rPr dirty="0" sz="2200" spc="-80">
                <a:solidFill>
                  <a:srgbClr val="243958"/>
                </a:solidFill>
                <a:latin typeface="Verdana"/>
                <a:cs typeface="Verdana"/>
              </a:rPr>
              <a:t>or </a:t>
            </a:r>
            <a:r>
              <a:rPr dirty="0" sz="2200" spc="-130">
                <a:solidFill>
                  <a:srgbClr val="243958"/>
                </a:solidFill>
                <a:latin typeface="Verdana"/>
                <a:cs typeface="Verdana"/>
              </a:rPr>
              <a:t>daily  </a:t>
            </a:r>
            <a:r>
              <a:rPr dirty="0" sz="2200" spc="-160">
                <a:solidFill>
                  <a:srgbClr val="243958"/>
                </a:solidFill>
                <a:latin typeface="Verdana"/>
                <a:cs typeface="Verdana"/>
              </a:rPr>
              <a:t>events </a:t>
            </a:r>
            <a:r>
              <a:rPr dirty="0" sz="2200" spc="-80">
                <a:solidFill>
                  <a:srgbClr val="243958"/>
                </a:solidFill>
                <a:latin typeface="Verdana"/>
                <a:cs typeface="Verdana"/>
              </a:rPr>
              <a:t>or </a:t>
            </a:r>
            <a:r>
              <a:rPr dirty="0" sz="2200" spc="-145">
                <a:solidFill>
                  <a:srgbClr val="243958"/>
                </a:solidFill>
                <a:latin typeface="Verdana"/>
                <a:cs typeface="Verdana"/>
              </a:rPr>
              <a:t>universal</a:t>
            </a:r>
            <a:r>
              <a:rPr dirty="0" sz="2200" spc="-195">
                <a:solidFill>
                  <a:srgbClr val="243958"/>
                </a:solidFill>
                <a:latin typeface="Verdana"/>
                <a:cs typeface="Verdana"/>
              </a:rPr>
              <a:t> </a:t>
            </a:r>
            <a:r>
              <a:rPr dirty="0" sz="2200" spc="-155">
                <a:solidFill>
                  <a:srgbClr val="243958"/>
                </a:solidFill>
                <a:latin typeface="Verdana"/>
                <a:cs typeface="Verdana"/>
              </a:rPr>
              <a:t>fact.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48649" name="object 7"/>
          <p:cNvSpPr txBox="1"/>
          <p:nvPr/>
        </p:nvSpPr>
        <p:spPr>
          <a:xfrm>
            <a:off x="1201216" y="1546923"/>
            <a:ext cx="4774565" cy="5031506"/>
          </a:xfrm>
          <a:prstGeom prst="rect"/>
        </p:spPr>
        <p:txBody>
          <a:bodyPr bIns="0" lIns="0" rIns="0" rtlCol="0" tIns="161925" vert="horz" wrap="square">
            <a:spAutoFit/>
          </a:bodyPr>
          <a:p>
            <a:pPr marL="132080">
              <a:lnSpc>
                <a:spcPct val="100000"/>
              </a:lnSpc>
              <a:spcBef>
                <a:spcPts val="1275"/>
              </a:spcBef>
            </a:pPr>
            <a:r>
              <a:rPr dirty="0" sz="2500" i="1" spc="-70">
                <a:solidFill>
                  <a:srgbClr val="A19E00"/>
                </a:solidFill>
                <a:latin typeface="Arial Black"/>
                <a:cs typeface="Arial Black"/>
              </a:rPr>
              <a:t>Active</a:t>
            </a:r>
            <a:r>
              <a:rPr dirty="0" sz="2500" i="1" spc="-50">
                <a:solidFill>
                  <a:srgbClr val="A19E00"/>
                </a:solidFill>
                <a:latin typeface="Arial Black"/>
                <a:cs typeface="Arial Black"/>
              </a:rPr>
              <a:t> </a:t>
            </a:r>
            <a:r>
              <a:rPr dirty="0" sz="2500" i="1" spc="-75">
                <a:solidFill>
                  <a:srgbClr val="A19E0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indent="-304800" marL="342265">
              <a:lnSpc>
                <a:spcPct val="100000"/>
              </a:lnSpc>
              <a:spcBef>
                <a:spcPts val="780"/>
              </a:spcBef>
              <a:buClr>
                <a:srgbClr val="385622"/>
              </a:buClr>
              <a:buFont typeface="Arial"/>
              <a:buChar char="•"/>
              <a:tabLst>
                <a:tab algn="l" pos="342265"/>
                <a:tab algn="l" pos="342900"/>
              </a:tabLst>
            </a:pPr>
            <a:r>
              <a:rPr dirty="0" sz="1700">
                <a:solidFill>
                  <a:srgbClr val="C32CBB"/>
                </a:solidFill>
                <a:latin typeface="Arial Black"/>
                <a:cs typeface="Arial Black"/>
              </a:rPr>
              <a:t>Affirmative</a:t>
            </a:r>
            <a:r>
              <a:rPr dirty="0" sz="1700" spc="-30">
                <a:solidFill>
                  <a:srgbClr val="C32CBB"/>
                </a:solidFill>
                <a:latin typeface="Arial Black"/>
                <a:cs typeface="Arial Black"/>
              </a:rPr>
              <a:t> </a:t>
            </a:r>
            <a:r>
              <a:rPr dirty="0" sz="1700">
                <a:solidFill>
                  <a:srgbClr val="C32CBB"/>
                </a:solidFill>
                <a:latin typeface="Arial Black"/>
                <a:cs typeface="Arial Black"/>
              </a:rPr>
              <a:t>Sentence</a:t>
            </a:r>
            <a:endParaRPr sz="1700">
              <a:latin typeface="Arial Black"/>
              <a:cs typeface="Arial Black"/>
            </a:endParaRPr>
          </a:p>
          <a:p>
            <a:pPr marL="101600">
              <a:lnSpc>
                <a:spcPct val="100000"/>
              </a:lnSpc>
              <a:spcBef>
                <a:spcPts val="1380"/>
              </a:spcBef>
            </a:pPr>
            <a:r>
              <a:rPr dirty="0" sz="1700" spc="-110">
                <a:solidFill>
                  <a:srgbClr val="0000CC"/>
                </a:solidFill>
                <a:latin typeface="Verdana"/>
                <a:cs typeface="Verdana"/>
              </a:rPr>
              <a:t>Singular </a:t>
            </a:r>
            <a:r>
              <a:rPr dirty="0" sz="1700" spc="-365">
                <a:solidFill>
                  <a:srgbClr val="0000CC"/>
                </a:solidFill>
                <a:latin typeface="Verdana"/>
                <a:cs typeface="Verdana"/>
              </a:rPr>
              <a:t>: </a:t>
            </a:r>
            <a:r>
              <a:rPr dirty="0" sz="1700" spc="-210">
                <a:latin typeface="Verdana"/>
                <a:cs typeface="Verdana"/>
              </a:rPr>
              <a:t>S+1</a:t>
            </a:r>
            <a:r>
              <a:rPr baseline="25252" dirty="0" sz="1650" spc="-315">
                <a:latin typeface="Verdana"/>
                <a:cs typeface="Verdana"/>
              </a:rPr>
              <a:t>st</a:t>
            </a:r>
            <a:r>
              <a:rPr baseline="25252" dirty="0" sz="1650" spc="-52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form </a:t>
            </a:r>
            <a:r>
              <a:rPr dirty="0" sz="1700" spc="-70">
                <a:latin typeface="Verdana"/>
                <a:cs typeface="Verdana"/>
              </a:rPr>
              <a:t>of </a:t>
            </a:r>
            <a:r>
              <a:rPr dirty="0" sz="1700" spc="-135">
                <a:latin typeface="Verdana"/>
                <a:cs typeface="Verdana"/>
              </a:rPr>
              <a:t>verb+s </a:t>
            </a:r>
            <a:r>
              <a:rPr dirty="0" sz="1700" spc="-60">
                <a:latin typeface="Verdana"/>
                <a:cs typeface="Verdana"/>
              </a:rPr>
              <a:t>or</a:t>
            </a:r>
            <a:r>
              <a:rPr dirty="0" sz="1700" spc="-185">
                <a:latin typeface="Verdana"/>
                <a:cs typeface="Verdana"/>
              </a:rPr>
              <a:t> </a:t>
            </a:r>
            <a:r>
              <a:rPr dirty="0" sz="1700" spc="-100">
                <a:latin typeface="Verdana"/>
                <a:cs typeface="Verdana"/>
              </a:rPr>
              <a:t>es+O</a:t>
            </a:r>
            <a:endParaRPr sz="1700">
              <a:latin typeface="Verdana"/>
              <a:cs typeface="Verdana"/>
            </a:endParaRPr>
          </a:p>
          <a:p>
            <a:pPr marL="292100">
              <a:lnSpc>
                <a:spcPct val="100000"/>
              </a:lnSpc>
              <a:spcBef>
                <a:spcPts val="1390"/>
              </a:spcBef>
            </a:pPr>
            <a:r>
              <a:rPr dirty="0" sz="1700" spc="-125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700" spc="-210">
                <a:latin typeface="Verdana"/>
                <a:cs typeface="Verdana"/>
              </a:rPr>
              <a:t>S+1</a:t>
            </a:r>
            <a:r>
              <a:rPr baseline="25252" dirty="0" sz="1650" spc="-315">
                <a:latin typeface="Verdana"/>
                <a:cs typeface="Verdana"/>
              </a:rPr>
              <a:t>st</a:t>
            </a:r>
            <a:r>
              <a:rPr baseline="25252" dirty="0" sz="1650" spc="-52">
                <a:latin typeface="Verdana"/>
                <a:cs typeface="Verdana"/>
              </a:rPr>
              <a:t> </a:t>
            </a:r>
            <a:r>
              <a:rPr dirty="0" sz="1700" spc="-90">
                <a:latin typeface="Verdana"/>
                <a:cs typeface="Verdana"/>
              </a:rPr>
              <a:t>form </a:t>
            </a:r>
            <a:r>
              <a:rPr dirty="0" sz="1700" spc="-70">
                <a:latin typeface="Verdana"/>
                <a:cs typeface="Verdana"/>
              </a:rPr>
              <a:t>of</a:t>
            </a:r>
            <a:r>
              <a:rPr dirty="0" sz="1700" spc="-185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verb+O</a:t>
            </a:r>
            <a:endParaRPr sz="17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395"/>
              </a:spcBef>
            </a:pPr>
            <a:r>
              <a:rPr sz="1700" spc="-5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sz="1700" spc="-40">
                <a:solidFill>
                  <a:srgbClr val="2D75B6"/>
                </a:solidFill>
                <a:latin typeface="Arial Black"/>
                <a:cs typeface="Arial Black"/>
              </a:rPr>
              <a:t> </a:t>
            </a:r>
            <a:r>
              <a:rPr sz="1700" smtClean="0">
                <a:solidFill>
                  <a:srgbClr val="2D75B6"/>
                </a:solidFill>
                <a:latin typeface="Arial Black"/>
                <a:cs typeface="Arial Black"/>
              </a:rPr>
              <a:t>Sen</a:t>
            </a:r>
            <a:r>
              <a:rPr dirty="0" sz="1700" lang="en-US" err="1" smtClean="0">
                <a:solidFill>
                  <a:srgbClr val="2D75B6"/>
                </a:solidFill>
                <a:latin typeface="Arial Black"/>
                <a:cs typeface="Arial Black"/>
              </a:rPr>
              <a:t>tence</a:t>
            </a:r>
            <a:endParaRPr sz="1700">
              <a:latin typeface="Arial Black"/>
              <a:cs typeface="Arial Black"/>
            </a:endParaRPr>
          </a:p>
          <a:p>
            <a:pPr marL="38100" marR="133985">
              <a:lnSpc>
                <a:spcPct val="74700"/>
              </a:lnSpc>
              <a:spcBef>
                <a:spcPts val="1910"/>
              </a:spcBef>
            </a:pPr>
            <a:r>
              <a:rPr dirty="0" sz="1700" spc="-125">
                <a:solidFill>
                  <a:srgbClr val="0000CC"/>
                </a:solidFill>
                <a:latin typeface="Verdana"/>
                <a:cs typeface="Verdana"/>
              </a:rPr>
              <a:t>Singular: </a:t>
            </a:r>
            <a:r>
              <a:rPr dirty="0" sz="1700" spc="-110">
                <a:latin typeface="Verdana"/>
                <a:cs typeface="Verdana"/>
              </a:rPr>
              <a:t>S+helping </a:t>
            </a:r>
            <a:r>
              <a:rPr dirty="0" sz="1700" spc="-140">
                <a:latin typeface="Verdana"/>
                <a:cs typeface="Verdana"/>
              </a:rPr>
              <a:t>verb(does)+not+1</a:t>
            </a:r>
            <a:r>
              <a:rPr baseline="25252" dirty="0" sz="1650" spc="-209">
                <a:latin typeface="Verdana"/>
                <a:cs typeface="Verdana"/>
              </a:rPr>
              <a:t>st </a:t>
            </a:r>
            <a:r>
              <a:rPr dirty="0" sz="1700" spc="-90">
                <a:latin typeface="Verdana"/>
                <a:cs typeface="Verdana"/>
              </a:rPr>
              <a:t>form </a:t>
            </a:r>
            <a:r>
              <a:rPr dirty="0" sz="1700" spc="-70">
                <a:latin typeface="Verdana"/>
                <a:cs typeface="Verdana"/>
              </a:rPr>
              <a:t>of  </a:t>
            </a:r>
            <a:r>
              <a:rPr dirty="0" sz="1700" spc="-95">
                <a:latin typeface="Verdana"/>
                <a:cs typeface="Verdana"/>
              </a:rPr>
              <a:t>verb+O</a:t>
            </a:r>
            <a:endParaRPr sz="1700">
              <a:latin typeface="Verdana"/>
              <a:cs typeface="Verdana"/>
            </a:endParaRPr>
          </a:p>
          <a:p>
            <a:pPr marL="101600">
              <a:lnSpc>
                <a:spcPts val="1789"/>
              </a:lnSpc>
              <a:spcBef>
                <a:spcPts val="1390"/>
              </a:spcBef>
            </a:pPr>
            <a:r>
              <a:rPr dirty="0" sz="1700" spc="-125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700" spc="-110">
                <a:latin typeface="Verdana"/>
                <a:cs typeface="Verdana"/>
              </a:rPr>
              <a:t>S+helping </a:t>
            </a:r>
            <a:r>
              <a:rPr dirty="0" sz="1700" spc="-140">
                <a:latin typeface="Verdana"/>
                <a:cs typeface="Verdana"/>
              </a:rPr>
              <a:t>verb(do)+not+1</a:t>
            </a:r>
            <a:r>
              <a:rPr baseline="25252" dirty="0" sz="1650" spc="-209">
                <a:latin typeface="Verdana"/>
                <a:cs typeface="Verdana"/>
              </a:rPr>
              <a:t>st </a:t>
            </a:r>
            <a:r>
              <a:rPr dirty="0" sz="1700" spc="-90">
                <a:latin typeface="Verdana"/>
                <a:cs typeface="Verdana"/>
              </a:rPr>
              <a:t>form</a:t>
            </a:r>
            <a:r>
              <a:rPr dirty="0" sz="1700" spc="-155">
                <a:latin typeface="Verdana"/>
                <a:cs typeface="Verdana"/>
              </a:rPr>
              <a:t> </a:t>
            </a:r>
            <a:r>
              <a:rPr dirty="0" sz="1700" spc="-70">
                <a:latin typeface="Verdana"/>
                <a:cs typeface="Verdana"/>
              </a:rPr>
              <a:t>of</a:t>
            </a:r>
            <a:endParaRPr sz="1700">
              <a:latin typeface="Verdana"/>
              <a:cs typeface="Verdana"/>
            </a:endParaRPr>
          </a:p>
          <a:p>
            <a:pPr marL="38100">
              <a:lnSpc>
                <a:spcPts val="1789"/>
              </a:lnSpc>
            </a:pPr>
            <a:r>
              <a:rPr dirty="0" sz="1700" spc="-95">
                <a:latin typeface="Verdana"/>
                <a:cs typeface="Verdana"/>
              </a:rPr>
              <a:t>verb+O</a:t>
            </a:r>
            <a:endParaRPr sz="17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390"/>
              </a:spcBef>
            </a:pPr>
            <a:r>
              <a:rPr dirty="0" sz="1700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dirty="0" sz="1700" spc="-55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1700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1700">
              <a:latin typeface="Arial Black"/>
              <a:cs typeface="Arial Black"/>
            </a:endParaRPr>
          </a:p>
          <a:p>
            <a:pPr marL="38100" marR="473709">
              <a:lnSpc>
                <a:spcPct val="75300"/>
              </a:lnSpc>
              <a:spcBef>
                <a:spcPts val="1885"/>
              </a:spcBef>
            </a:pPr>
            <a:r>
              <a:rPr dirty="0" sz="1700" spc="-110">
                <a:solidFill>
                  <a:srgbClr val="0000CC"/>
                </a:solidFill>
                <a:latin typeface="Verdana"/>
                <a:cs typeface="Verdana"/>
              </a:rPr>
              <a:t>Singular </a:t>
            </a:r>
            <a:r>
              <a:rPr dirty="0" sz="1700" spc="-114">
                <a:solidFill>
                  <a:srgbClr val="0000CC"/>
                </a:solidFill>
                <a:latin typeface="Verdana"/>
                <a:cs typeface="Verdana"/>
              </a:rPr>
              <a:t>:</a:t>
            </a:r>
            <a:r>
              <a:rPr dirty="0" sz="1700" spc="-114">
                <a:latin typeface="Verdana"/>
                <a:cs typeface="Verdana"/>
              </a:rPr>
              <a:t>helping </a:t>
            </a:r>
            <a:r>
              <a:rPr dirty="0" sz="1700" spc="-160">
                <a:latin typeface="Verdana"/>
                <a:cs typeface="Verdana"/>
              </a:rPr>
              <a:t>verb(does)++S+1</a:t>
            </a:r>
            <a:r>
              <a:rPr baseline="25252" dirty="0" sz="1650" spc="-240">
                <a:latin typeface="Verdana"/>
                <a:cs typeface="Verdana"/>
              </a:rPr>
              <a:t>st </a:t>
            </a:r>
            <a:r>
              <a:rPr dirty="0" sz="1700" spc="-90">
                <a:latin typeface="Verdana"/>
                <a:cs typeface="Verdana"/>
              </a:rPr>
              <a:t>form </a:t>
            </a:r>
            <a:r>
              <a:rPr dirty="0" sz="1700" spc="-70">
                <a:latin typeface="Verdana"/>
                <a:cs typeface="Verdana"/>
              </a:rPr>
              <a:t>of  </a:t>
            </a:r>
            <a:r>
              <a:rPr dirty="0" sz="1700" spc="-105">
                <a:latin typeface="Verdana"/>
                <a:cs typeface="Verdana"/>
              </a:rPr>
              <a:t>verb+O?</a:t>
            </a:r>
            <a:endParaRPr sz="17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1395"/>
              </a:spcBef>
            </a:pPr>
            <a:r>
              <a:rPr dirty="0" sz="1700" spc="-125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700" spc="-70">
                <a:latin typeface="Verdana"/>
                <a:cs typeface="Verdana"/>
              </a:rPr>
              <a:t>Helping </a:t>
            </a:r>
            <a:r>
              <a:rPr dirty="0" sz="1700" spc="-165">
                <a:latin typeface="Verdana"/>
                <a:cs typeface="Verdana"/>
              </a:rPr>
              <a:t>verb(Do)+S+1</a:t>
            </a:r>
            <a:r>
              <a:rPr baseline="25252" dirty="0" sz="1650" spc="-247">
                <a:latin typeface="Verdana"/>
                <a:cs typeface="Verdana"/>
              </a:rPr>
              <a:t>st </a:t>
            </a:r>
            <a:r>
              <a:rPr dirty="0" sz="1700" spc="-90">
                <a:latin typeface="Verdana"/>
                <a:cs typeface="Verdana"/>
              </a:rPr>
              <a:t>form </a:t>
            </a:r>
            <a:r>
              <a:rPr dirty="0" sz="1700" spc="-70">
                <a:latin typeface="Verdana"/>
                <a:cs typeface="Verdana"/>
              </a:rPr>
              <a:t>of</a:t>
            </a:r>
            <a:r>
              <a:rPr dirty="0" sz="1700" spc="-155">
                <a:latin typeface="Verdana"/>
                <a:cs typeface="Verdana"/>
              </a:rPr>
              <a:t> </a:t>
            </a:r>
            <a:r>
              <a:rPr dirty="0" sz="1700" spc="-105">
                <a:latin typeface="Verdana"/>
                <a:cs typeface="Verdana"/>
              </a:rPr>
              <a:t>verb+O?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48650" name="object 8"/>
          <p:cNvSpPr txBox="1"/>
          <p:nvPr/>
        </p:nvSpPr>
        <p:spPr>
          <a:xfrm>
            <a:off x="6382258" y="1645691"/>
            <a:ext cx="4765675" cy="4477385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41910">
              <a:lnSpc>
                <a:spcPct val="100000"/>
              </a:lnSpc>
              <a:spcBef>
                <a:spcPts val="130"/>
              </a:spcBef>
            </a:pPr>
            <a:r>
              <a:rPr dirty="0" sz="2500" i="1" spc="-80">
                <a:solidFill>
                  <a:srgbClr val="00AF50"/>
                </a:solidFill>
                <a:latin typeface="Arial Black"/>
                <a:cs typeface="Arial Black"/>
              </a:rPr>
              <a:t>Passive</a:t>
            </a:r>
            <a:r>
              <a:rPr dirty="0" sz="2500" i="1" spc="-40">
                <a:solidFill>
                  <a:srgbClr val="00AF50"/>
                </a:solidFill>
                <a:latin typeface="Arial Black"/>
                <a:cs typeface="Arial Black"/>
              </a:rPr>
              <a:t> </a:t>
            </a:r>
            <a:r>
              <a:rPr dirty="0" sz="2500" i="1" spc="-75">
                <a:solidFill>
                  <a:srgbClr val="00AF5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marL="38100">
              <a:lnSpc>
                <a:spcPct val="100000"/>
              </a:lnSpc>
              <a:spcBef>
                <a:spcPts val="1245"/>
              </a:spcBef>
            </a:pPr>
            <a:r>
              <a:rPr dirty="0" sz="1700">
                <a:solidFill>
                  <a:srgbClr val="C32CBB"/>
                </a:solidFill>
                <a:latin typeface="Arial Black"/>
                <a:cs typeface="Arial Black"/>
              </a:rPr>
              <a:t>Affirmative</a:t>
            </a:r>
            <a:r>
              <a:rPr dirty="0" sz="1700" spc="-25">
                <a:solidFill>
                  <a:srgbClr val="C32CBB"/>
                </a:solidFill>
                <a:latin typeface="Arial Black"/>
                <a:cs typeface="Arial Black"/>
              </a:rPr>
              <a:t> </a:t>
            </a:r>
            <a:r>
              <a:rPr dirty="0" sz="1700">
                <a:solidFill>
                  <a:srgbClr val="C32CBB"/>
                </a:solidFill>
                <a:latin typeface="Arial Black"/>
                <a:cs typeface="Arial Black"/>
              </a:rPr>
              <a:t>Sentence</a:t>
            </a:r>
            <a:endParaRPr sz="1700">
              <a:latin typeface="Arial Black"/>
              <a:cs typeface="Arial Black"/>
            </a:endParaRPr>
          </a:p>
          <a:p>
            <a:pPr marL="38100" marR="30480">
              <a:lnSpc>
                <a:spcPts val="3429"/>
              </a:lnSpc>
              <a:spcBef>
                <a:spcPts val="340"/>
              </a:spcBef>
            </a:pPr>
            <a:r>
              <a:rPr dirty="0" sz="1700" spc="-110">
                <a:solidFill>
                  <a:srgbClr val="0000CC"/>
                </a:solidFill>
                <a:latin typeface="Verdana"/>
                <a:cs typeface="Verdana"/>
              </a:rPr>
              <a:t>Singular </a:t>
            </a:r>
            <a:r>
              <a:rPr dirty="0" sz="1700" spc="-135">
                <a:solidFill>
                  <a:srgbClr val="0000CC"/>
                </a:solidFill>
                <a:latin typeface="Verdana"/>
                <a:cs typeface="Verdana"/>
              </a:rPr>
              <a:t>:</a:t>
            </a:r>
            <a:r>
              <a:rPr dirty="0" sz="1700" spc="-135">
                <a:latin typeface="Verdana"/>
                <a:cs typeface="Verdana"/>
              </a:rPr>
              <a:t>S+helping verb(is </a:t>
            </a:r>
            <a:r>
              <a:rPr dirty="0" sz="1700" spc="-60">
                <a:latin typeface="Verdana"/>
                <a:cs typeface="Verdana"/>
              </a:rPr>
              <a:t>or </a:t>
            </a:r>
            <a:r>
              <a:rPr dirty="0" sz="1700" spc="-150">
                <a:latin typeface="Verdana"/>
                <a:cs typeface="Verdana"/>
              </a:rPr>
              <a:t>am)+V </a:t>
            </a:r>
            <a:r>
              <a:rPr dirty="0" sz="1700" spc="-75">
                <a:latin typeface="Verdana"/>
                <a:cs typeface="Verdana"/>
              </a:rPr>
              <a:t>3</a:t>
            </a:r>
            <a:r>
              <a:rPr baseline="25252" dirty="0" sz="1650" spc="-112">
                <a:latin typeface="Verdana"/>
                <a:cs typeface="Verdana"/>
              </a:rPr>
              <a:t>rd </a:t>
            </a:r>
            <a:r>
              <a:rPr dirty="0" sz="1700" spc="-110">
                <a:latin typeface="Verdana"/>
                <a:cs typeface="Verdana"/>
              </a:rPr>
              <a:t>+by+O  </a:t>
            </a:r>
            <a:r>
              <a:rPr dirty="0" sz="1700" spc="-125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700" spc="-110">
                <a:latin typeface="Verdana"/>
                <a:cs typeface="Verdana"/>
              </a:rPr>
              <a:t>S+helping </a:t>
            </a:r>
            <a:r>
              <a:rPr dirty="0" sz="1700" spc="-140">
                <a:latin typeface="Verdana"/>
                <a:cs typeface="Verdana"/>
              </a:rPr>
              <a:t>verb(are)+V </a:t>
            </a:r>
            <a:r>
              <a:rPr dirty="0" sz="1700" spc="-95">
                <a:latin typeface="Verdana"/>
                <a:cs typeface="Verdana"/>
              </a:rPr>
              <a:t>3</a:t>
            </a:r>
            <a:r>
              <a:rPr baseline="25252" dirty="0" sz="1650" spc="-142">
                <a:latin typeface="Verdana"/>
                <a:cs typeface="Verdana"/>
              </a:rPr>
              <a:t>rd</a:t>
            </a:r>
            <a:r>
              <a:rPr dirty="0" sz="1700" spc="-95">
                <a:latin typeface="Verdana"/>
                <a:cs typeface="Verdana"/>
              </a:rPr>
              <a:t>+by+O  </a:t>
            </a:r>
            <a:r>
              <a:rPr sz="1700" spc="-5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sz="1700" spc="-45">
                <a:solidFill>
                  <a:srgbClr val="2D75B6"/>
                </a:solidFill>
                <a:latin typeface="Arial Black"/>
                <a:cs typeface="Arial Black"/>
              </a:rPr>
              <a:t> </a:t>
            </a:r>
            <a:r>
              <a:rPr sz="1700" smtClean="0">
                <a:solidFill>
                  <a:srgbClr val="2D75B6"/>
                </a:solidFill>
                <a:latin typeface="Arial Black"/>
                <a:cs typeface="Arial Black"/>
              </a:rPr>
              <a:t>Sen</a:t>
            </a:r>
            <a:r>
              <a:rPr dirty="0" sz="1700" lang="en-US" err="1" smtClean="0">
                <a:solidFill>
                  <a:srgbClr val="2D75B6"/>
                </a:solidFill>
                <a:latin typeface="Arial Black"/>
                <a:cs typeface="Arial Black"/>
              </a:rPr>
              <a:t>tence</a:t>
            </a:r>
            <a:endParaRPr sz="1700">
              <a:latin typeface="Arial Black"/>
              <a:cs typeface="Arial Black"/>
            </a:endParaRPr>
          </a:p>
          <a:p>
            <a:pPr marL="38100">
              <a:lnSpc>
                <a:spcPts val="1780"/>
              </a:lnSpc>
              <a:spcBef>
                <a:spcPts val="1050"/>
              </a:spcBef>
            </a:pPr>
            <a:r>
              <a:rPr dirty="0" sz="1700" spc="-125">
                <a:solidFill>
                  <a:srgbClr val="0000CC"/>
                </a:solidFill>
                <a:latin typeface="Verdana"/>
                <a:cs typeface="Verdana"/>
              </a:rPr>
              <a:t>Singular: </a:t>
            </a:r>
            <a:r>
              <a:rPr dirty="0" sz="1700" spc="-110">
                <a:latin typeface="Verdana"/>
                <a:cs typeface="Verdana"/>
              </a:rPr>
              <a:t>S+helping </a:t>
            </a:r>
            <a:r>
              <a:rPr dirty="0" sz="1700" spc="-135">
                <a:latin typeface="Verdana"/>
                <a:cs typeface="Verdana"/>
              </a:rPr>
              <a:t>verb(is </a:t>
            </a:r>
            <a:r>
              <a:rPr dirty="0" sz="1700" spc="-60">
                <a:latin typeface="Verdana"/>
                <a:cs typeface="Verdana"/>
              </a:rPr>
              <a:t>or </a:t>
            </a:r>
            <a:r>
              <a:rPr dirty="0" sz="1700" spc="-130">
                <a:latin typeface="Verdana"/>
                <a:cs typeface="Verdana"/>
              </a:rPr>
              <a:t>am)+not+V</a:t>
            </a:r>
            <a:r>
              <a:rPr dirty="0" sz="1700" spc="-190">
                <a:latin typeface="Verdana"/>
                <a:cs typeface="Verdana"/>
              </a:rPr>
              <a:t> </a:t>
            </a:r>
            <a:r>
              <a:rPr dirty="0" sz="1700" spc="-85">
                <a:latin typeface="Verdana"/>
                <a:cs typeface="Verdana"/>
              </a:rPr>
              <a:t>3</a:t>
            </a:r>
            <a:r>
              <a:rPr baseline="25252" dirty="0" sz="1650" spc="-127">
                <a:latin typeface="Verdana"/>
                <a:cs typeface="Verdana"/>
              </a:rPr>
              <a:t>rd</a:t>
            </a:r>
            <a:endParaRPr baseline="25252" sz="1650">
              <a:latin typeface="Verdana"/>
              <a:cs typeface="Verdana"/>
            </a:endParaRPr>
          </a:p>
          <a:p>
            <a:pPr marL="38100">
              <a:lnSpc>
                <a:spcPts val="1780"/>
              </a:lnSpc>
            </a:pPr>
            <a:r>
              <a:rPr dirty="0" sz="1700" spc="-110">
                <a:latin typeface="Verdana"/>
                <a:cs typeface="Verdana"/>
              </a:rPr>
              <a:t>+by+O</a:t>
            </a:r>
            <a:endParaRPr sz="1700">
              <a:latin typeface="Verdana"/>
              <a:cs typeface="Verdana"/>
            </a:endParaRPr>
          </a:p>
          <a:p>
            <a:pPr marL="101600">
              <a:lnSpc>
                <a:spcPct val="100000"/>
              </a:lnSpc>
              <a:spcBef>
                <a:spcPts val="1390"/>
              </a:spcBef>
            </a:pPr>
            <a:r>
              <a:rPr dirty="0" sz="1700" spc="-125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700" spc="-110">
                <a:latin typeface="Verdana"/>
                <a:cs typeface="Verdana"/>
              </a:rPr>
              <a:t>S+helping </a:t>
            </a:r>
            <a:r>
              <a:rPr dirty="0" sz="1700" spc="-140">
                <a:latin typeface="Verdana"/>
                <a:cs typeface="Verdana"/>
              </a:rPr>
              <a:t>verb(are)+V</a:t>
            </a:r>
            <a:r>
              <a:rPr dirty="0" sz="1700" spc="-150">
                <a:latin typeface="Verdana"/>
                <a:cs typeface="Verdana"/>
              </a:rPr>
              <a:t> </a:t>
            </a:r>
            <a:r>
              <a:rPr dirty="0" sz="1700" spc="-95">
                <a:latin typeface="Verdana"/>
                <a:cs typeface="Verdana"/>
              </a:rPr>
              <a:t>3</a:t>
            </a:r>
            <a:r>
              <a:rPr baseline="25252" dirty="0" sz="1650" spc="-142">
                <a:latin typeface="Verdana"/>
                <a:cs typeface="Verdana"/>
              </a:rPr>
              <a:t>rd</a:t>
            </a:r>
            <a:r>
              <a:rPr dirty="0" sz="1700" spc="-95">
                <a:latin typeface="Verdana"/>
                <a:cs typeface="Verdana"/>
              </a:rPr>
              <a:t>+by+O</a:t>
            </a:r>
            <a:endParaRPr sz="17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395"/>
              </a:spcBef>
            </a:pPr>
            <a:r>
              <a:rPr dirty="0" sz="1700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dirty="0" sz="1700" spc="-50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1700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1700">
              <a:latin typeface="Arial Black"/>
              <a:cs typeface="Arial Black"/>
            </a:endParaRPr>
          </a:p>
          <a:p>
            <a:pPr indent="-64135" marL="101600" marR="120014">
              <a:lnSpc>
                <a:spcPct val="168200"/>
              </a:lnSpc>
              <a:spcBef>
                <a:spcPts val="5"/>
              </a:spcBef>
            </a:pPr>
            <a:r>
              <a:rPr dirty="0" sz="1700" spc="-125">
                <a:solidFill>
                  <a:srgbClr val="0000CC"/>
                </a:solidFill>
                <a:latin typeface="Verdana"/>
                <a:cs typeface="Verdana"/>
              </a:rPr>
              <a:t>Singular: </a:t>
            </a:r>
            <a:r>
              <a:rPr dirty="0" sz="1700" spc="-110">
                <a:latin typeface="Verdana"/>
                <a:cs typeface="Verdana"/>
              </a:rPr>
              <a:t>S+helping </a:t>
            </a:r>
            <a:r>
              <a:rPr dirty="0" sz="1700" spc="-135">
                <a:latin typeface="Verdana"/>
                <a:cs typeface="Verdana"/>
              </a:rPr>
              <a:t>verb(is </a:t>
            </a:r>
            <a:r>
              <a:rPr dirty="0" sz="1700" spc="-60">
                <a:latin typeface="Verdana"/>
                <a:cs typeface="Verdana"/>
              </a:rPr>
              <a:t>or </a:t>
            </a:r>
            <a:r>
              <a:rPr dirty="0" sz="1700" spc="-135">
                <a:latin typeface="Verdana"/>
                <a:cs typeface="Verdana"/>
              </a:rPr>
              <a:t>am)+3</a:t>
            </a:r>
            <a:r>
              <a:rPr baseline="25252" dirty="0" sz="1650" spc="-202">
                <a:latin typeface="Verdana"/>
                <a:cs typeface="Verdana"/>
              </a:rPr>
              <a:t>rd </a:t>
            </a:r>
            <a:r>
              <a:rPr dirty="0" sz="1700" spc="-114">
                <a:latin typeface="Verdana"/>
                <a:cs typeface="Verdana"/>
              </a:rPr>
              <a:t>+by+O?  </a:t>
            </a:r>
            <a:r>
              <a:rPr dirty="0" sz="1700" spc="-100">
                <a:solidFill>
                  <a:srgbClr val="006600"/>
                </a:solidFill>
                <a:latin typeface="Verdana"/>
                <a:cs typeface="Verdana"/>
              </a:rPr>
              <a:t>Plural:</a:t>
            </a:r>
            <a:r>
              <a:rPr dirty="0" sz="1700" spc="-100">
                <a:latin typeface="Verdana"/>
                <a:cs typeface="Verdana"/>
              </a:rPr>
              <a:t>Helping </a:t>
            </a:r>
            <a:r>
              <a:rPr dirty="0" sz="1700" spc="-155">
                <a:latin typeface="Verdana"/>
                <a:cs typeface="Verdana"/>
              </a:rPr>
              <a:t>verb(Are)++S+V </a:t>
            </a:r>
            <a:r>
              <a:rPr dirty="0" sz="1700" spc="-100">
                <a:latin typeface="Verdana"/>
                <a:cs typeface="Verdana"/>
              </a:rPr>
              <a:t>3</a:t>
            </a:r>
            <a:r>
              <a:rPr baseline="25252" dirty="0" sz="1650" spc="-150">
                <a:latin typeface="Verdana"/>
                <a:cs typeface="Verdana"/>
              </a:rPr>
              <a:t>rd</a:t>
            </a:r>
            <a:r>
              <a:rPr dirty="0" sz="1700" spc="-100">
                <a:latin typeface="Verdana"/>
                <a:cs typeface="Verdana"/>
              </a:rPr>
              <a:t>+by+O?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"/>
                                        <p:tgtEl>
                                          <p:spTgt spid="10486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6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5"/>
                                        <p:tgtEl>
                                          <p:spTgt spid="10486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6"/>
                                        <p:tgtEl>
                                          <p:spTgt spid="10486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6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486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9"/>
                                        <p:tgtEl>
                                          <p:spTgt spid="1048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0"/>
                                        <p:tgtEl>
                                          <p:spTgt spid="1048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3"/>
                                        <p:tgtEl>
                                          <p:spTgt spid="1048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4"/>
                                        <p:tgtEl>
                                          <p:spTgt spid="1048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5">
                      <p:stCondLst>
                        <p:cond delay="indefinite"/>
                      </p:stCondLst>
                      <p:childTnLst>
                        <p:par>
                          <p:cTn fill="hold" id="36">
                            <p:stCondLst>
                              <p:cond delay="0"/>
                            </p:stCondLst>
                            <p:childTnLst>
                              <p:par>
                                <p:cTn fill="hold" id="3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9"/>
                                        <p:tgtEl>
                                          <p:spTgt spid="10486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0"/>
                                        <p:tgtEl>
                                          <p:spTgt spid="10486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3"/>
                                        <p:tgtEl>
                                          <p:spTgt spid="10486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4"/>
                                        <p:tgtEl>
                                          <p:spTgt spid="10486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7"/>
                                        <p:tgtEl>
                                          <p:spTgt spid="10486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8"/>
                                        <p:tgtEl>
                                          <p:spTgt spid="10486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1"/>
                                        <p:tgtEl>
                                          <p:spTgt spid="10486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2"/>
                                        <p:tgtEl>
                                          <p:spTgt spid="10486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3">
                      <p:stCondLst>
                        <p:cond delay="indefinite"/>
                      </p:stCondLst>
                      <p:childTnLst>
                        <p:par>
                          <p:cTn fill="hold" id="54">
                            <p:stCondLst>
                              <p:cond delay="0"/>
                            </p:stCondLst>
                            <p:childTnLst>
                              <p:par>
                                <p:cTn fill="hold" id="5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7"/>
                                        <p:tgtEl>
                                          <p:spTgt spid="1048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8"/>
                                        <p:tgtEl>
                                          <p:spTgt spid="1048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1"/>
                                        <p:tgtEl>
                                          <p:spTgt spid="1048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2"/>
                                        <p:tgtEl>
                                          <p:spTgt spid="1048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5"/>
                                        <p:tgtEl>
                                          <p:spTgt spid="1048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6"/>
                                        <p:tgtEl>
                                          <p:spTgt spid="1048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9"/>
                                        <p:tgtEl>
                                          <p:spTgt spid="1048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0"/>
                                        <p:tgtEl>
                                          <p:spTgt spid="1048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1">
                      <p:stCondLst>
                        <p:cond delay="indefinite"/>
                      </p:stCondLst>
                      <p:childTnLst>
                        <p:par>
                          <p:cTn fill="hold" id="72">
                            <p:stCondLst>
                              <p:cond delay="0"/>
                            </p:stCondLst>
                            <p:childTnLst>
                              <p:par>
                                <p:cTn fill="hold" id="7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5"/>
                                        <p:tgtEl>
                                          <p:spTgt spid="10486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6"/>
                                        <p:tgtEl>
                                          <p:spTgt spid="10486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9"/>
                                        <p:tgtEl>
                                          <p:spTgt spid="10486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0"/>
                                        <p:tgtEl>
                                          <p:spTgt spid="10486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83"/>
                                        <p:tgtEl>
                                          <p:spTgt spid="104864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4"/>
                                        <p:tgtEl>
                                          <p:spTgt spid="104864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5">
                      <p:stCondLst>
                        <p:cond delay="indefinite"/>
                      </p:stCondLst>
                      <p:childTnLst>
                        <p:par>
                          <p:cTn fill="hold" id="86">
                            <p:stCondLst>
                              <p:cond delay="0"/>
                            </p:stCondLst>
                            <p:childTnLst>
                              <p:par>
                                <p:cTn fill="hold" id="8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89"/>
                                        <p:tgtEl>
                                          <p:spTgt spid="1048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90"/>
                                        <p:tgtEl>
                                          <p:spTgt spid="1048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93"/>
                                        <p:tgtEl>
                                          <p:spTgt spid="1048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94"/>
                                        <p:tgtEl>
                                          <p:spTgt spid="1048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object 2"/>
          <p:cNvSpPr txBox="1">
            <a:spLocks noGrp="1"/>
          </p:cNvSpPr>
          <p:nvPr>
            <p:ph type="title"/>
          </p:nvPr>
        </p:nvSpPr>
        <p:spPr>
          <a:xfrm>
            <a:off x="3143250" y="128777"/>
            <a:ext cx="4561840" cy="696595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lang="en-US" spc="-275" smtClean="0">
                <a:solidFill>
                  <a:srgbClr val="6F2F9F"/>
                </a:solidFill>
              </a:rPr>
              <a:t>Simple </a:t>
            </a:r>
            <a:r>
              <a:rPr sz="4400" spc="-275" smtClean="0">
                <a:solidFill>
                  <a:srgbClr val="6F2F9F"/>
                </a:solidFill>
              </a:rPr>
              <a:t>Present</a:t>
            </a:r>
            <a:r>
              <a:rPr sz="4400" spc="-305" smtClean="0">
                <a:solidFill>
                  <a:srgbClr val="6F2F9F"/>
                </a:solidFill>
              </a:rPr>
              <a:t> </a:t>
            </a:r>
            <a:endParaRPr sz="4400"/>
          </a:p>
        </p:txBody>
      </p:sp>
      <p:grpSp>
        <p:nvGrpSpPr>
          <p:cNvPr id="62" name="object 3"/>
          <p:cNvGrpSpPr/>
          <p:nvPr/>
        </p:nvGrpSpPr>
        <p:grpSpPr>
          <a:xfrm>
            <a:off x="7610856" y="317372"/>
            <a:ext cx="1608455" cy="458470"/>
            <a:chOff x="7610856" y="317372"/>
            <a:chExt cx="1608455" cy="458470"/>
          </a:xfrm>
        </p:grpSpPr>
        <p:sp>
          <p:nvSpPr>
            <p:cNvPr id="1048658" name="object 4"/>
            <p:cNvSpPr/>
            <p:nvPr/>
          </p:nvSpPr>
          <p:spPr>
            <a:xfrm>
              <a:off x="7610856" y="573023"/>
              <a:ext cx="1589531" cy="202691"/>
            </a:xfrm>
            <a:prstGeom prst="rect"/>
            <a:blipFill>
              <a:blip xmlns:r="http://schemas.openxmlformats.org/officeDocument/2006/relationships" r:embed="rId1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659" name="object 5"/>
            <p:cNvSpPr/>
            <p:nvPr/>
          </p:nvSpPr>
          <p:spPr>
            <a:xfrm>
              <a:off x="7857617" y="317372"/>
              <a:ext cx="1361694" cy="391668"/>
            </a:xfrm>
            <a:prstGeom prst="rect"/>
            <a:blipFill>
              <a:blip xmlns:r="http://schemas.openxmlformats.org/officeDocument/2006/relationships" r:embed="rId2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</p:grpSp>
      <p:sp>
        <p:nvSpPr>
          <p:cNvPr id="1048660" name="object 6"/>
          <p:cNvSpPr txBox="1"/>
          <p:nvPr/>
        </p:nvSpPr>
        <p:spPr>
          <a:xfrm>
            <a:off x="641095" y="1645691"/>
            <a:ext cx="3538220" cy="3532632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601980">
              <a:lnSpc>
                <a:spcPct val="100000"/>
              </a:lnSpc>
              <a:spcBef>
                <a:spcPts val="130"/>
              </a:spcBef>
            </a:pPr>
            <a:r>
              <a:rPr dirty="0" sz="2500" i="1" spc="-70">
                <a:solidFill>
                  <a:srgbClr val="A19E00"/>
                </a:solidFill>
                <a:latin typeface="Arial Black"/>
                <a:cs typeface="Arial Black"/>
              </a:rPr>
              <a:t>Active </a:t>
            </a:r>
            <a:r>
              <a:rPr dirty="0" sz="2500" i="1" spc="-75">
                <a:solidFill>
                  <a:srgbClr val="A19E0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indent="-304800" marL="317500">
              <a:lnSpc>
                <a:spcPct val="100000"/>
              </a:lnSpc>
              <a:spcBef>
                <a:spcPts val="1605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sz="2000" spc="-120" smtClean="0">
                <a:solidFill>
                  <a:srgbClr val="C32CBB"/>
                </a:solidFill>
                <a:latin typeface="Verdana"/>
                <a:cs typeface="Verdana"/>
              </a:rPr>
              <a:t>Affir</a:t>
            </a:r>
            <a:r>
              <a:rPr dirty="0" sz="2000" lang="en-US" spc="-120" smtClean="0">
                <a:solidFill>
                  <a:srgbClr val="C32CBB"/>
                </a:solidFill>
                <a:latin typeface="Verdana"/>
                <a:cs typeface="Verdana"/>
              </a:rPr>
              <a:t>m</a:t>
            </a:r>
            <a:r>
              <a:rPr sz="2000" spc="-120" smtClean="0">
                <a:solidFill>
                  <a:srgbClr val="C32CBB"/>
                </a:solidFill>
                <a:latin typeface="Verdana"/>
                <a:cs typeface="Verdana"/>
              </a:rPr>
              <a:t>ative</a:t>
            </a:r>
            <a:r>
              <a:rPr sz="2000" spc="-155" smtClean="0">
                <a:solidFill>
                  <a:srgbClr val="C32CBB"/>
                </a:solidFill>
                <a:latin typeface="Verdana"/>
                <a:cs typeface="Verdana"/>
              </a:rPr>
              <a:t> </a:t>
            </a:r>
            <a:r>
              <a:rPr sz="2000" spc="-135" smtClean="0">
                <a:solidFill>
                  <a:srgbClr val="C32CBB"/>
                </a:solidFill>
                <a:latin typeface="Verdana"/>
                <a:cs typeface="Verdana"/>
              </a:rPr>
              <a:t>Sentence</a:t>
            </a:r>
            <a:endParaRPr sz="2000">
              <a:latin typeface="Verdana"/>
              <a:cs typeface="Verdana"/>
            </a:endParaRPr>
          </a:p>
          <a:p>
            <a:pPr marL="321945">
              <a:lnSpc>
                <a:spcPct val="100000"/>
              </a:lnSpc>
              <a:spcBef>
                <a:spcPts val="1789"/>
              </a:spcBef>
            </a:pPr>
            <a:r>
              <a:rPr dirty="0" sz="2000">
                <a:latin typeface="Georgia"/>
                <a:cs typeface="Georgia"/>
              </a:rPr>
              <a:t>He </a:t>
            </a:r>
            <a:r>
              <a:rPr dirty="0" sz="2000" spc="-5">
                <a:latin typeface="Georgia"/>
                <a:cs typeface="Georgia"/>
              </a:rPr>
              <a:t>sings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song</a:t>
            </a:r>
            <a:r>
              <a:rPr dirty="0" sz="2000" spc="-5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indent="-304800" marL="317500">
              <a:lnSpc>
                <a:spcPct val="100000"/>
              </a:lnSpc>
              <a:spcBef>
                <a:spcPts val="1714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sz="2000" spc="-10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sz="2000" spc="-5">
                <a:solidFill>
                  <a:srgbClr val="2D75B6"/>
                </a:solidFill>
                <a:latin typeface="Arial Black"/>
                <a:cs typeface="Arial Black"/>
              </a:rPr>
              <a:t> </a:t>
            </a:r>
            <a:r>
              <a:rPr sz="2000" spc="-5" smtClean="0">
                <a:solidFill>
                  <a:srgbClr val="2D75B6"/>
                </a:solidFill>
                <a:latin typeface="Arial Black"/>
                <a:cs typeface="Arial Black"/>
              </a:rPr>
              <a:t>Sen</a:t>
            </a:r>
            <a:r>
              <a:rPr dirty="0" sz="2000" lang="en-US" spc="-5" smtClean="0">
                <a:solidFill>
                  <a:srgbClr val="2D75B6"/>
                </a:solidFill>
                <a:latin typeface="Arial Black"/>
                <a:cs typeface="Arial Black"/>
              </a:rPr>
              <a:t>tence</a:t>
            </a:r>
          </a:p>
          <a:p>
            <a:pPr indent="-304800" marL="317500">
              <a:lnSpc>
                <a:spcPct val="100000"/>
              </a:lnSpc>
              <a:spcBef>
                <a:spcPts val="1714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sz="2000" smtClean="0">
                <a:latin typeface="Georgia"/>
                <a:cs typeface="Georgia"/>
              </a:rPr>
              <a:t>He </a:t>
            </a:r>
            <a:r>
              <a:rPr dirty="0" sz="2000" spc="-5">
                <a:latin typeface="Georgia"/>
                <a:cs typeface="Georgia"/>
              </a:rPr>
              <a:t>does </a:t>
            </a:r>
            <a:r>
              <a:rPr dirty="0" sz="2000">
                <a:latin typeface="Georgia"/>
                <a:cs typeface="Georgia"/>
              </a:rPr>
              <a:t>not </a:t>
            </a:r>
            <a:r>
              <a:rPr dirty="0" sz="2000" spc="-5">
                <a:latin typeface="Georgia"/>
                <a:cs typeface="Georgia"/>
              </a:rPr>
              <a:t>sing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25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song.</a:t>
            </a:r>
            <a:endParaRPr sz="2000">
              <a:latin typeface="Georgia"/>
              <a:cs typeface="Georgia"/>
            </a:endParaRPr>
          </a:p>
          <a:p>
            <a:pPr indent="-304800" marL="317500">
              <a:lnSpc>
                <a:spcPct val="100000"/>
              </a:lnSpc>
              <a:spcBef>
                <a:spcPts val="1714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dirty="0" sz="2000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dirty="0" sz="2000" spc="-70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2000" spc="-5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2000">
              <a:latin typeface="Arial Black"/>
              <a:cs typeface="Arial Black"/>
            </a:endParaRPr>
          </a:p>
          <a:p>
            <a:pPr marL="460375">
              <a:lnSpc>
                <a:spcPct val="100000"/>
              </a:lnSpc>
              <a:spcBef>
                <a:spcPts val="1850"/>
              </a:spcBef>
            </a:pPr>
            <a:r>
              <a:rPr dirty="0" sz="2000" spc="-5">
                <a:latin typeface="Georgia"/>
                <a:cs typeface="Georgia"/>
              </a:rPr>
              <a:t>Does he sing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15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song?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048661" name="object 7"/>
          <p:cNvSpPr txBox="1"/>
          <p:nvPr/>
        </p:nvSpPr>
        <p:spPr>
          <a:xfrm>
            <a:off x="6966331" y="1474462"/>
            <a:ext cx="3541395" cy="3652774"/>
          </a:xfrm>
          <a:prstGeom prst="rect"/>
        </p:spPr>
        <p:txBody>
          <a:bodyPr bIns="0" lIns="0" rIns="0" rtlCol="0" tIns="187325" vert="horz" wrap="square">
            <a:spAutoFit/>
          </a:bodyPr>
          <a:p>
            <a:pPr marL="690880">
              <a:lnSpc>
                <a:spcPct val="100000"/>
              </a:lnSpc>
              <a:spcBef>
                <a:spcPts val="1475"/>
              </a:spcBef>
            </a:pPr>
            <a:r>
              <a:rPr dirty="0" sz="2500" i="1" spc="-80">
                <a:solidFill>
                  <a:srgbClr val="00AF50"/>
                </a:solidFill>
                <a:latin typeface="Arial Black"/>
                <a:cs typeface="Arial Black"/>
              </a:rPr>
              <a:t>Passive</a:t>
            </a:r>
            <a:r>
              <a:rPr dirty="0" sz="2500" i="1" spc="-45">
                <a:solidFill>
                  <a:srgbClr val="00AF50"/>
                </a:solidFill>
                <a:latin typeface="Arial Black"/>
                <a:cs typeface="Arial Black"/>
              </a:rPr>
              <a:t> </a:t>
            </a:r>
            <a:r>
              <a:rPr dirty="0" sz="2500" i="1" spc="-75">
                <a:solidFill>
                  <a:srgbClr val="00AF5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indent="-304800" marL="317500">
              <a:lnSpc>
                <a:spcPct val="100000"/>
              </a:lnSpc>
              <a:spcBef>
                <a:spcPts val="1080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dirty="0" sz="2000" spc="-120">
                <a:solidFill>
                  <a:srgbClr val="C32CBB"/>
                </a:solidFill>
                <a:latin typeface="Verdana"/>
                <a:cs typeface="Verdana"/>
              </a:rPr>
              <a:t>Affirmative</a:t>
            </a:r>
            <a:r>
              <a:rPr dirty="0" sz="2000" spc="-155">
                <a:solidFill>
                  <a:srgbClr val="C32CBB"/>
                </a:solidFill>
                <a:latin typeface="Verdana"/>
                <a:cs typeface="Verdana"/>
              </a:rPr>
              <a:t> </a:t>
            </a:r>
            <a:r>
              <a:rPr dirty="0" sz="2000" spc="-135">
                <a:solidFill>
                  <a:srgbClr val="C32CBB"/>
                </a:solidFill>
                <a:latin typeface="Verdana"/>
                <a:cs typeface="Verdana"/>
              </a:rPr>
              <a:t>Sentence</a:t>
            </a:r>
            <a:endParaRPr sz="2000">
              <a:latin typeface="Verdana"/>
              <a:cs typeface="Verdana"/>
            </a:endParaRPr>
          </a:p>
          <a:p>
            <a:pPr marL="461009">
              <a:lnSpc>
                <a:spcPct val="100000"/>
              </a:lnSpc>
              <a:spcBef>
                <a:spcPts val="1789"/>
              </a:spcBef>
            </a:pPr>
            <a:r>
              <a:rPr dirty="0" sz="2000" spc="-10">
                <a:latin typeface="Verdana"/>
                <a:cs typeface="Verdana"/>
              </a:rPr>
              <a:t>A </a:t>
            </a:r>
            <a:r>
              <a:rPr dirty="0" sz="2000" spc="-90">
                <a:latin typeface="Verdana"/>
                <a:cs typeface="Verdana"/>
              </a:rPr>
              <a:t>song </a:t>
            </a:r>
            <a:r>
              <a:rPr dirty="0" sz="2000" spc="-155">
                <a:latin typeface="Verdana"/>
                <a:cs typeface="Verdana"/>
              </a:rPr>
              <a:t>is </a:t>
            </a:r>
            <a:r>
              <a:rPr dirty="0" sz="2000" spc="-114">
                <a:latin typeface="Verdana"/>
                <a:cs typeface="Verdana"/>
              </a:rPr>
              <a:t>sung </a:t>
            </a:r>
            <a:r>
              <a:rPr dirty="0" sz="2000" spc="-125">
                <a:latin typeface="Verdana"/>
                <a:cs typeface="Verdana"/>
              </a:rPr>
              <a:t>by</a:t>
            </a:r>
            <a:r>
              <a:rPr dirty="0" sz="2000" spc="-265">
                <a:latin typeface="Verdana"/>
                <a:cs typeface="Verdana"/>
              </a:rPr>
              <a:t> </a:t>
            </a:r>
            <a:r>
              <a:rPr dirty="0" sz="2000" spc="-165">
                <a:latin typeface="Verdana"/>
                <a:cs typeface="Verdana"/>
              </a:rPr>
              <a:t>him.</a:t>
            </a:r>
            <a:endParaRPr sz="2000">
              <a:latin typeface="Verdana"/>
              <a:cs typeface="Verdana"/>
            </a:endParaRPr>
          </a:p>
          <a:p>
            <a:pPr indent="-304800" marL="317500">
              <a:lnSpc>
                <a:spcPct val="100000"/>
              </a:lnSpc>
              <a:spcBef>
                <a:spcPts val="1714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sz="2000" spc="-5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sz="2000" spc="-10">
                <a:solidFill>
                  <a:srgbClr val="2D75B6"/>
                </a:solidFill>
                <a:latin typeface="Arial Black"/>
                <a:cs typeface="Arial Black"/>
              </a:rPr>
              <a:t> </a:t>
            </a:r>
            <a:r>
              <a:rPr sz="2000" smtClean="0">
                <a:solidFill>
                  <a:srgbClr val="2D75B6"/>
                </a:solidFill>
                <a:latin typeface="Arial Black"/>
                <a:cs typeface="Arial Black"/>
              </a:rPr>
              <a:t>Se</a:t>
            </a:r>
            <a:r>
              <a:rPr dirty="0" sz="2000" lang="en-US" smtClean="0">
                <a:solidFill>
                  <a:srgbClr val="2D75B6"/>
                </a:solidFill>
                <a:latin typeface="Arial Black"/>
                <a:cs typeface="Arial Black"/>
              </a:rPr>
              <a:t>ntence</a:t>
            </a:r>
            <a:endParaRPr sz="2000">
              <a:latin typeface="Arial Black"/>
              <a:cs typeface="Arial Black"/>
            </a:endParaRPr>
          </a:p>
          <a:p>
            <a:pPr marL="321945">
              <a:lnSpc>
                <a:spcPct val="100000"/>
              </a:lnSpc>
              <a:spcBef>
                <a:spcPts val="1840"/>
              </a:spcBef>
            </a:pPr>
            <a:r>
              <a:rPr dirty="0" sz="2000">
                <a:latin typeface="Georgia"/>
                <a:cs typeface="Georgia"/>
              </a:rPr>
              <a:t>A </a:t>
            </a:r>
            <a:r>
              <a:rPr dirty="0" sz="2000" spc="-5">
                <a:latin typeface="Georgia"/>
                <a:cs typeface="Georgia"/>
              </a:rPr>
              <a:t>song </a:t>
            </a:r>
            <a:r>
              <a:rPr dirty="0" sz="2000">
                <a:latin typeface="Georgia"/>
                <a:cs typeface="Georgia"/>
              </a:rPr>
              <a:t>is not </a:t>
            </a:r>
            <a:r>
              <a:rPr dirty="0" sz="2000" spc="-5">
                <a:latin typeface="Georgia"/>
                <a:cs typeface="Georgia"/>
              </a:rPr>
              <a:t>sung by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him.</a:t>
            </a:r>
            <a:endParaRPr sz="2000">
              <a:latin typeface="Georgia"/>
              <a:cs typeface="Georgia"/>
            </a:endParaRPr>
          </a:p>
          <a:p>
            <a:pPr indent="-304800" marL="317500">
              <a:lnSpc>
                <a:spcPct val="100000"/>
              </a:lnSpc>
              <a:spcBef>
                <a:spcPts val="1714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dirty="0" sz="2000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dirty="0" sz="2000" spc="-75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2000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2000">
              <a:latin typeface="Arial Black"/>
              <a:cs typeface="Arial Black"/>
            </a:endParaRPr>
          </a:p>
          <a:p>
            <a:pPr marL="273050">
              <a:lnSpc>
                <a:spcPct val="100000"/>
              </a:lnSpc>
              <a:spcBef>
                <a:spcPts val="1850"/>
              </a:spcBef>
            </a:pPr>
            <a:r>
              <a:rPr b="1" dirty="0" sz="2000">
                <a:latin typeface="Georgia"/>
                <a:cs typeface="Georgia"/>
              </a:rPr>
              <a:t>Is a song sung by</a:t>
            </a:r>
            <a:r>
              <a:rPr b="1" dirty="0" sz="2000" spc="-75">
                <a:latin typeface="Georgia"/>
                <a:cs typeface="Georgia"/>
              </a:rPr>
              <a:t> </a:t>
            </a:r>
            <a:r>
              <a:rPr b="1" dirty="0" sz="2000">
                <a:latin typeface="Georgia"/>
                <a:cs typeface="Georgia"/>
              </a:rPr>
              <a:t>him?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048662" name="object 8"/>
          <p:cNvSpPr/>
          <p:nvPr/>
        </p:nvSpPr>
        <p:spPr>
          <a:xfrm>
            <a:off x="3808476" y="1981200"/>
            <a:ext cx="3209544" cy="3276600"/>
          </a:xfrm>
          <a:prstGeom prst="rect"/>
          <a:blipFill>
            <a:blip xmlns:r="http://schemas.openxmlformats.org/officeDocument/2006/relationships" r:embed="rId3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  <p:transition spd="slow">
    <p:dissolve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"/>
                                        <p:tgtEl>
                                          <p:spTgt spid="1048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5"/>
                                        <p:tgtEl>
                                          <p:spTgt spid="1048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6"/>
                                        <p:tgtEl>
                                          <p:spTgt spid="1048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1"/>
                                        <p:tgtEl>
                                          <p:spTgt spid="1048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2"/>
                                        <p:tgtEl>
                                          <p:spTgt spid="1048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6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6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9"/>
                                        <p:tgtEl>
                                          <p:spTgt spid="1048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0"/>
                                        <p:tgtEl>
                                          <p:spTgt spid="1048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1">
                      <p:stCondLst>
                        <p:cond delay="indefinite"/>
                      </p:stCondLst>
                      <p:childTnLst>
                        <p:par>
                          <p:cTn fill="hold" id="32">
                            <p:stCondLst>
                              <p:cond delay="0"/>
                            </p:stCondLst>
                            <p:childTnLst>
                              <p:par>
                                <p:cTn fill="hold" id="3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5"/>
                                        <p:tgtEl>
                                          <p:spTgt spid="1048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6"/>
                                        <p:tgtEl>
                                          <p:spTgt spid="1048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7">
                      <p:stCondLst>
                        <p:cond delay="indefinite"/>
                      </p:stCondLst>
                      <p:childTnLst>
                        <p:par>
                          <p:cTn fill="hold" id="38">
                            <p:stCondLst>
                              <p:cond delay="0"/>
                            </p:stCondLst>
                            <p:childTnLst>
                              <p:par>
                                <p:cTn fill="hold" id="3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1"/>
                                        <p:tgtEl>
                                          <p:spTgt spid="1048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2"/>
                                        <p:tgtEl>
                                          <p:spTgt spid="1048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3">
                      <p:stCondLst>
                        <p:cond delay="indefinite"/>
                      </p:stCondLst>
                      <p:childTnLst>
                        <p:par>
                          <p:cTn fill="hold" id="44">
                            <p:stCondLst>
                              <p:cond delay="0"/>
                            </p:stCondLst>
                            <p:childTnLst>
                              <p:par>
                                <p:cTn fill="hold" id="4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7"/>
                                        <p:tgtEl>
                                          <p:spTgt spid="10486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8"/>
                                        <p:tgtEl>
                                          <p:spTgt spid="10486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1"/>
                                        <p:tgtEl>
                                          <p:spTgt spid="1048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2"/>
                                        <p:tgtEl>
                                          <p:spTgt spid="1048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3">
                      <p:stCondLst>
                        <p:cond delay="indefinite"/>
                      </p:stCondLst>
                      <p:childTnLst>
                        <p:par>
                          <p:cTn fill="hold" id="54">
                            <p:stCondLst>
                              <p:cond delay="0"/>
                            </p:stCondLst>
                            <p:childTnLst>
                              <p:par>
                                <p:cTn fill="hold" id="5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7"/>
                                        <p:tgtEl>
                                          <p:spTgt spid="1048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8"/>
                                        <p:tgtEl>
                                          <p:spTgt spid="1048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1"/>
                                        <p:tgtEl>
                                          <p:spTgt spid="10486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2"/>
                                        <p:tgtEl>
                                          <p:spTgt spid="10486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3">
                      <p:stCondLst>
                        <p:cond delay="indefinite"/>
                      </p:stCondLst>
                      <p:childTnLst>
                        <p:par>
                          <p:cTn fill="hold" id="64">
                            <p:stCondLst>
                              <p:cond delay="0"/>
                            </p:stCondLst>
                            <p:childTnLst>
                              <p:par>
                                <p:cTn fill="hold" id="6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7"/>
                                        <p:tgtEl>
                                          <p:spTgt spid="10486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8"/>
                                        <p:tgtEl>
                                          <p:spTgt spid="10486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1"/>
                                        <p:tgtEl>
                                          <p:spTgt spid="10486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2"/>
                                        <p:tgtEl>
                                          <p:spTgt spid="10486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 fontScale="90000"/>
          </a:bodyPr>
          <a:p>
            <a:r>
              <a:rPr dirty="0" lang="en-US" smtClean="0"/>
              <a:t>Change into passive</a:t>
            </a:r>
            <a:endParaRPr dirty="0" lang="en-IN"/>
          </a:p>
        </p:txBody>
      </p:sp>
      <p:sp>
        <p:nvSpPr>
          <p:cNvPr id="1048664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95400"/>
            <a:ext cx="10744200" cy="5257799"/>
          </a:xfrm>
        </p:spPr>
        <p:txBody>
          <a:bodyPr>
            <a:normAutofit/>
          </a:bodyPr>
          <a:p>
            <a:pPr>
              <a:buNone/>
            </a:pPr>
            <a:r>
              <a:rPr dirty="0" lang="en-IN" smtClean="0"/>
              <a:t>1. He opens the door. -  </a:t>
            </a:r>
          </a:p>
          <a:p>
            <a:r>
              <a:rPr dirty="0" lang="en-IN" smtClean="0"/>
              <a:t>The door is opened by him.</a:t>
            </a:r>
          </a:p>
          <a:p>
            <a:pPr>
              <a:buNone/>
            </a:pPr>
            <a:r>
              <a:rPr dirty="0" lang="en-IN" smtClean="0"/>
              <a:t>2. We set the table. - </a:t>
            </a:r>
          </a:p>
          <a:p>
            <a:r>
              <a:rPr dirty="0" lang="en-IN" u="sng" smtClean="0"/>
              <a:t>The table is set by us.</a:t>
            </a:r>
            <a:endParaRPr dirty="0" lang="en-IN" smtClean="0"/>
          </a:p>
          <a:p>
            <a:pPr>
              <a:buNone/>
            </a:pPr>
            <a:r>
              <a:rPr dirty="0" lang="en-IN" smtClean="0"/>
              <a:t>3. She pays a lot of money. - </a:t>
            </a:r>
          </a:p>
          <a:p>
            <a:r>
              <a:rPr dirty="0" lang="en-IN" u="sng" smtClean="0"/>
              <a:t>A lot of money is paid by her.</a:t>
            </a:r>
            <a:endParaRPr dirty="0" lang="en-IN" smtClean="0"/>
          </a:p>
          <a:p>
            <a:pPr>
              <a:buNone/>
            </a:pPr>
            <a:r>
              <a:rPr dirty="0" lang="en-IN" smtClean="0"/>
              <a:t>4. I draw a picture. - </a:t>
            </a:r>
          </a:p>
          <a:p>
            <a:pPr>
              <a:buNone/>
            </a:pPr>
            <a:r>
              <a:rPr dirty="0" lang="en-IN" smtClean="0"/>
              <a:t>     A picture is drawn by me</a:t>
            </a:r>
          </a:p>
          <a:p>
            <a:pPr>
              <a:buNone/>
            </a:pPr>
            <a:r>
              <a:rPr dirty="0" lang="en-IN" smtClean="0"/>
              <a:t>5. They wear blue shoes. - </a:t>
            </a:r>
          </a:p>
          <a:p>
            <a:pPr>
              <a:buNone/>
            </a:pPr>
            <a:r>
              <a:rPr dirty="0" lang="en-IN" smtClean="0"/>
              <a:t> Blue shoes are worn by them.</a:t>
            </a:r>
          </a:p>
          <a:p>
            <a:endParaRPr dirty="0" lang="en-IN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6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6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6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486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6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6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7">
                      <p:stCondLst>
                        <p:cond delay="indefinite"/>
                      </p:stCondLst>
                      <p:childTnLst>
                        <p:par>
                          <p:cTn fill="hold" id="28">
                            <p:stCondLst>
                              <p:cond delay="0"/>
                            </p:stCondLst>
                            <p:childTnLst>
                              <p:par>
                                <p:cTn fill="hold" id="2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0486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2"/>
                                        <p:tgtEl>
                                          <p:spTgt spid="10486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>
                      <p:stCondLst>
                        <p:cond delay="indefinite"/>
                      </p:stCondLst>
                      <p:childTnLst>
                        <p:par>
                          <p:cTn fill="hold" id="34">
                            <p:stCondLst>
                              <p:cond delay="0"/>
                            </p:stCondLst>
                            <p:childTnLst>
                              <p:par>
                                <p:cTn fill="hold" id="3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7"/>
                                        <p:tgtEl>
                                          <p:spTgt spid="10486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8"/>
                                        <p:tgtEl>
                                          <p:spTgt spid="10486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9">
                      <p:stCondLst>
                        <p:cond delay="indefinite"/>
                      </p:stCondLst>
                      <p:childTnLst>
                        <p:par>
                          <p:cTn fill="hold" id="40">
                            <p:stCondLst>
                              <p:cond delay="0"/>
                            </p:stCondLst>
                            <p:childTnLst>
                              <p:par>
                                <p:cTn fill="hold" id="4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3"/>
                                        <p:tgtEl>
                                          <p:spTgt spid="10486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4"/>
                                        <p:tgtEl>
                                          <p:spTgt spid="10486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5">
                      <p:stCondLst>
                        <p:cond delay="indefinite"/>
                      </p:stCondLst>
                      <p:childTnLst>
                        <p:par>
                          <p:cTn fill="hold" id="46">
                            <p:stCondLst>
                              <p:cond delay="0"/>
                            </p:stCondLst>
                            <p:childTnLst>
                              <p:par>
                                <p:cTn fill="hold" id="4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9"/>
                                        <p:tgtEl>
                                          <p:spTgt spid="10486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0"/>
                                        <p:tgtEl>
                                          <p:spTgt spid="10486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1">
                      <p:stCondLst>
                        <p:cond delay="indefinite"/>
                      </p:stCondLst>
                      <p:childTnLst>
                        <p:par>
                          <p:cTn fill="hold" id="52">
                            <p:stCondLst>
                              <p:cond delay="0"/>
                            </p:stCondLst>
                            <p:childTnLst>
                              <p:par>
                                <p:cTn fill="hold" id="5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5"/>
                                        <p:tgtEl>
                                          <p:spTgt spid="10486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6"/>
                                        <p:tgtEl>
                                          <p:spTgt spid="10486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7">
                      <p:stCondLst>
                        <p:cond delay="indefinite"/>
                      </p:stCondLst>
                      <p:childTnLst>
                        <p:par>
                          <p:cTn fill="hold" id="58">
                            <p:stCondLst>
                              <p:cond delay="0"/>
                            </p:stCondLst>
                            <p:childTnLst>
                              <p:par>
                                <p:cTn fill="hold" id="5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1"/>
                                        <p:tgtEl>
                                          <p:spTgt spid="10486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2"/>
                                        <p:tgtEl>
                                          <p:spTgt spid="10486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Content Placeholder 2"/>
          <p:cNvSpPr>
            <a:spLocks noGrp="1"/>
          </p:cNvSpPr>
          <p:nvPr>
            <p:ph sz="half" idx="1"/>
          </p:nvPr>
        </p:nvSpPr>
        <p:spPr>
          <a:xfrm>
            <a:off x="609600" y="609600"/>
            <a:ext cx="10744200" cy="5867400"/>
          </a:xfrm>
        </p:spPr>
        <p:txBody>
          <a:bodyPr>
            <a:normAutofit/>
          </a:bodyPr>
          <a:p>
            <a:pPr>
              <a:buNone/>
            </a:pPr>
            <a:r>
              <a:rPr dirty="0" lang="en-IN" smtClean="0"/>
              <a:t>6. They don't help you. - </a:t>
            </a:r>
          </a:p>
          <a:p>
            <a:r>
              <a:rPr dirty="0" lang="en-IN" u="sng" smtClean="0"/>
              <a:t>You are not helped by them.</a:t>
            </a:r>
            <a:endParaRPr dirty="0" lang="en-IN" smtClean="0"/>
          </a:p>
          <a:p>
            <a:pPr>
              <a:buNone/>
            </a:pPr>
            <a:r>
              <a:rPr dirty="0" lang="en-IN" smtClean="0"/>
              <a:t>7. He doesn't open the book. - </a:t>
            </a:r>
          </a:p>
          <a:p>
            <a:pPr>
              <a:buNone/>
            </a:pPr>
            <a:r>
              <a:rPr dirty="0" lang="en-IN" u="sng" smtClean="0"/>
              <a:t> The book is not opened by him.</a:t>
            </a:r>
            <a:endParaRPr dirty="0" lang="en-IN" smtClean="0"/>
          </a:p>
          <a:p>
            <a:pPr>
              <a:buNone/>
            </a:pPr>
            <a:r>
              <a:rPr dirty="0" lang="en-IN" smtClean="0"/>
              <a:t>8. You do not write the letter. - </a:t>
            </a:r>
          </a:p>
          <a:p>
            <a:pPr>
              <a:buNone/>
            </a:pPr>
            <a:r>
              <a:rPr dirty="0" lang="en-IN" u="sng" smtClean="0"/>
              <a:t>The letter is not written by you.</a:t>
            </a:r>
            <a:endParaRPr dirty="0" lang="en-IN" smtClean="0"/>
          </a:p>
          <a:p>
            <a:pPr>
              <a:buNone/>
            </a:pPr>
            <a:r>
              <a:rPr dirty="0" lang="en-IN" smtClean="0"/>
              <a:t>9. Does your mum pick you up? - </a:t>
            </a:r>
          </a:p>
          <a:p>
            <a:pPr>
              <a:buNone/>
            </a:pPr>
            <a:r>
              <a:rPr dirty="0" lang="en-IN" smtClean="0"/>
              <a:t> Are you picked up by your mum?</a:t>
            </a:r>
          </a:p>
          <a:p>
            <a:pPr>
              <a:buNone/>
            </a:pPr>
            <a:r>
              <a:rPr dirty="0" lang="en-IN" smtClean="0"/>
              <a:t>10. Does the police officer catch the thief? –</a:t>
            </a:r>
          </a:p>
          <a:p>
            <a:pPr>
              <a:buNone/>
            </a:pPr>
            <a:r>
              <a:rPr dirty="0" lang="en-IN" u="sng" smtClean="0"/>
              <a:t>Is the thief caught by the police officer?</a:t>
            </a:r>
            <a:endParaRPr dirty="0" lang="en-IN" smtClean="0"/>
          </a:p>
          <a:p>
            <a:endParaRPr dirty="0" lang="en-IN" smtClean="0"/>
          </a:p>
          <a:p>
            <a:endParaRPr dirty="0" lang="en-IN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48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6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6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7">
                      <p:stCondLst>
                        <p:cond delay="indefinite"/>
                      </p:stCondLst>
                      <p:childTnLst>
                        <p:par>
                          <p:cTn fill="hold" id="28">
                            <p:stCondLst>
                              <p:cond delay="0"/>
                            </p:stCondLst>
                            <p:childTnLst>
                              <p:par>
                                <p:cTn fill="hold" id="2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048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2"/>
                                        <p:tgtEl>
                                          <p:spTgt spid="1048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>
                      <p:stCondLst>
                        <p:cond delay="indefinite"/>
                      </p:stCondLst>
                      <p:childTnLst>
                        <p:par>
                          <p:cTn fill="hold" id="34">
                            <p:stCondLst>
                              <p:cond delay="0"/>
                            </p:stCondLst>
                            <p:childTnLst>
                              <p:par>
                                <p:cTn fill="hold" id="3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7"/>
                                        <p:tgtEl>
                                          <p:spTgt spid="10486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8"/>
                                        <p:tgtEl>
                                          <p:spTgt spid="10486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9">
                      <p:stCondLst>
                        <p:cond delay="indefinite"/>
                      </p:stCondLst>
                      <p:childTnLst>
                        <p:par>
                          <p:cTn fill="hold" id="40">
                            <p:stCondLst>
                              <p:cond delay="0"/>
                            </p:stCondLst>
                            <p:childTnLst>
                              <p:par>
                                <p:cTn fill="hold" id="4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3"/>
                                        <p:tgtEl>
                                          <p:spTgt spid="10486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4"/>
                                        <p:tgtEl>
                                          <p:spTgt spid="10486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5">
                      <p:stCondLst>
                        <p:cond delay="indefinite"/>
                      </p:stCondLst>
                      <p:childTnLst>
                        <p:par>
                          <p:cTn fill="hold" id="46">
                            <p:stCondLst>
                              <p:cond delay="0"/>
                            </p:stCondLst>
                            <p:childTnLst>
                              <p:par>
                                <p:cTn fill="hold" id="4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9"/>
                                        <p:tgtEl>
                                          <p:spTgt spid="10486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0"/>
                                        <p:tgtEl>
                                          <p:spTgt spid="10486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1">
                      <p:stCondLst>
                        <p:cond delay="indefinite"/>
                      </p:stCondLst>
                      <p:childTnLst>
                        <p:par>
                          <p:cTn fill="hold" id="52">
                            <p:stCondLst>
                              <p:cond delay="0"/>
                            </p:stCondLst>
                            <p:childTnLst>
                              <p:par>
                                <p:cTn fill="hold" id="5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5"/>
                                        <p:tgtEl>
                                          <p:spTgt spid="10486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6"/>
                                        <p:tgtEl>
                                          <p:spTgt spid="10486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7">
                      <p:stCondLst>
                        <p:cond delay="indefinite"/>
                      </p:stCondLst>
                      <p:childTnLst>
                        <p:par>
                          <p:cTn fill="hold" id="58">
                            <p:stCondLst>
                              <p:cond delay="0"/>
                            </p:stCondLst>
                            <p:childTnLst>
                              <p:par>
                                <p:cTn fill="hold" id="5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1"/>
                                        <p:tgtEl>
                                          <p:spTgt spid="10486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2"/>
                                        <p:tgtEl>
                                          <p:spTgt spid="10486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object 2"/>
          <p:cNvGrpSpPr/>
          <p:nvPr/>
        </p:nvGrpSpPr>
        <p:grpSpPr>
          <a:xfrm>
            <a:off x="5629655" y="364870"/>
            <a:ext cx="1466215" cy="424815"/>
            <a:chOff x="5629655" y="364870"/>
            <a:chExt cx="1466215" cy="424815"/>
          </a:xfrm>
        </p:grpSpPr>
        <p:sp>
          <p:nvSpPr>
            <p:cNvPr id="1048669" name="object 3"/>
            <p:cNvSpPr/>
            <p:nvPr/>
          </p:nvSpPr>
          <p:spPr>
            <a:xfrm>
              <a:off x="5629655" y="600455"/>
              <a:ext cx="1446276" cy="188975"/>
            </a:xfrm>
            <a:prstGeom prst="rect"/>
            <a:blipFill>
              <a:blip xmlns:r="http://schemas.openxmlformats.org/officeDocument/2006/relationships" r:embed="rId1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670" name="object 4"/>
            <p:cNvSpPr/>
            <p:nvPr/>
          </p:nvSpPr>
          <p:spPr>
            <a:xfrm>
              <a:off x="5859906" y="364870"/>
              <a:ext cx="1235583" cy="355726"/>
            </a:xfrm>
            <a:prstGeom prst="rect"/>
            <a:blipFill>
              <a:blip xmlns:r="http://schemas.openxmlformats.org/officeDocument/2006/relationships" r:embed="rId2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</p:grpSp>
      <p:sp>
        <p:nvSpPr>
          <p:cNvPr id="1048671" name="object 5"/>
          <p:cNvSpPr txBox="1">
            <a:spLocks noGrp="1"/>
          </p:cNvSpPr>
          <p:nvPr>
            <p:ph type="title"/>
          </p:nvPr>
        </p:nvSpPr>
        <p:spPr>
          <a:xfrm>
            <a:off x="1226616" y="174054"/>
            <a:ext cx="7251700" cy="672464"/>
          </a:xfrm>
          <a:prstGeom prst="rect"/>
        </p:spPr>
        <p:txBody>
          <a:bodyPr bIns="0" lIns="0" rIns="0" rtlCol="0" tIns="12065" vert="horz" wrap="square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algn="l" pos="6034405"/>
              </a:tabLst>
            </a:pPr>
            <a:r>
              <a:rPr dirty="0" spc="-55">
                <a:solidFill>
                  <a:srgbClr val="6F2F9F"/>
                </a:solidFill>
              </a:rPr>
              <a:t>P</a:t>
            </a:r>
            <a:r>
              <a:rPr dirty="0" spc="-355">
                <a:solidFill>
                  <a:srgbClr val="6F2F9F"/>
                </a:solidFill>
              </a:rPr>
              <a:t>r</a:t>
            </a:r>
            <a:r>
              <a:rPr dirty="0" spc="-275">
                <a:solidFill>
                  <a:srgbClr val="6F2F9F"/>
                </a:solidFill>
              </a:rPr>
              <a:t>ese</a:t>
            </a:r>
            <a:r>
              <a:rPr dirty="0" spc="-325">
                <a:solidFill>
                  <a:srgbClr val="6F2F9F"/>
                </a:solidFill>
              </a:rPr>
              <a:t>n</a:t>
            </a:r>
            <a:r>
              <a:rPr dirty="0" spc="-200">
                <a:solidFill>
                  <a:srgbClr val="6F2F9F"/>
                </a:solidFill>
              </a:rPr>
              <a:t>t</a:t>
            </a:r>
            <a:r>
              <a:rPr dirty="0" spc="-229">
                <a:solidFill>
                  <a:srgbClr val="6F2F9F"/>
                </a:solidFill>
              </a:rPr>
              <a:t> </a:t>
            </a:r>
            <a:r>
              <a:rPr dirty="0" spc="-65">
                <a:solidFill>
                  <a:srgbClr val="7E7E7E"/>
                </a:solidFill>
              </a:rPr>
              <a:t>C</a:t>
            </a:r>
            <a:r>
              <a:rPr dirty="0" spc="-45">
                <a:solidFill>
                  <a:srgbClr val="7E7E7E"/>
                </a:solidFill>
              </a:rPr>
              <a:t>o</a:t>
            </a:r>
            <a:r>
              <a:rPr dirty="0" spc="-210">
                <a:solidFill>
                  <a:srgbClr val="7E7E7E"/>
                </a:solidFill>
              </a:rPr>
              <a:t>n</a:t>
            </a:r>
            <a:r>
              <a:rPr dirty="0" spc="-290">
                <a:solidFill>
                  <a:srgbClr val="7E7E7E"/>
                </a:solidFill>
              </a:rPr>
              <a:t>t</a:t>
            </a:r>
            <a:r>
              <a:rPr dirty="0" spc="-215">
                <a:solidFill>
                  <a:srgbClr val="7E7E7E"/>
                </a:solidFill>
              </a:rPr>
              <a:t>inuous</a:t>
            </a:r>
            <a:r>
              <a:rPr dirty="0">
                <a:solidFill>
                  <a:srgbClr val="7E7E7E"/>
                </a:solidFill>
              </a:rPr>
              <a:t>	</a:t>
            </a:r>
            <a:r>
              <a:rPr dirty="0" spc="-380">
                <a:solidFill>
                  <a:srgbClr val="243958"/>
                </a:solidFill>
              </a:rPr>
              <a:t>R</a:t>
            </a:r>
            <a:r>
              <a:rPr dirty="0" spc="-210">
                <a:solidFill>
                  <a:srgbClr val="243958"/>
                </a:solidFill>
              </a:rPr>
              <a:t>ul</a:t>
            </a:r>
            <a:r>
              <a:rPr dirty="0" spc="-315">
                <a:solidFill>
                  <a:srgbClr val="243958"/>
                </a:solidFill>
              </a:rPr>
              <a:t>es</a:t>
            </a:r>
          </a:p>
        </p:txBody>
      </p:sp>
      <p:sp>
        <p:nvSpPr>
          <p:cNvPr id="1048672" name="object 6"/>
          <p:cNvSpPr txBox="1"/>
          <p:nvPr/>
        </p:nvSpPr>
        <p:spPr>
          <a:xfrm>
            <a:off x="1226616" y="770381"/>
            <a:ext cx="8874125" cy="645160"/>
          </a:xfrm>
          <a:prstGeom prst="rect"/>
        </p:spPr>
        <p:txBody>
          <a:bodyPr bIns="0" lIns="0" rIns="0" rtlCol="0" tIns="63500" vert="horz" wrap="square">
            <a:spAutoFit/>
          </a:bodyPr>
          <a:p>
            <a:pPr marL="12700" marR="5080">
              <a:lnSpc>
                <a:spcPts val="2240"/>
              </a:lnSpc>
              <a:spcBef>
                <a:spcPts val="500"/>
              </a:spcBef>
            </a:pPr>
            <a:r>
              <a:rPr dirty="0" sz="2200" spc="-254">
                <a:solidFill>
                  <a:srgbClr val="243958"/>
                </a:solidFill>
                <a:latin typeface="Verdana"/>
                <a:cs typeface="Verdana"/>
              </a:rPr>
              <a:t>In </a:t>
            </a:r>
            <a:r>
              <a:rPr dirty="0" sz="2200" spc="-140">
                <a:solidFill>
                  <a:srgbClr val="243958"/>
                </a:solidFill>
                <a:latin typeface="Verdana"/>
                <a:cs typeface="Verdana"/>
              </a:rPr>
              <a:t>Present </a:t>
            </a:r>
            <a:r>
              <a:rPr dirty="0" sz="2200" spc="-125">
                <a:solidFill>
                  <a:srgbClr val="243958"/>
                </a:solidFill>
                <a:latin typeface="Verdana"/>
                <a:cs typeface="Verdana"/>
              </a:rPr>
              <a:t>Continuous,the </a:t>
            </a:r>
            <a:r>
              <a:rPr dirty="0" sz="2200" spc="-105">
                <a:solidFill>
                  <a:srgbClr val="243958"/>
                </a:solidFill>
                <a:latin typeface="Verdana"/>
                <a:cs typeface="Verdana"/>
              </a:rPr>
              <a:t>action </a:t>
            </a:r>
            <a:r>
              <a:rPr dirty="0" sz="2200" spc="-165">
                <a:solidFill>
                  <a:srgbClr val="243958"/>
                </a:solidFill>
                <a:latin typeface="Verdana"/>
                <a:cs typeface="Verdana"/>
              </a:rPr>
              <a:t>is </a:t>
            </a:r>
            <a:r>
              <a:rPr dirty="0" sz="2200" spc="-55">
                <a:solidFill>
                  <a:srgbClr val="243958"/>
                </a:solidFill>
                <a:latin typeface="Verdana"/>
                <a:cs typeface="Verdana"/>
              </a:rPr>
              <a:t>on-going </a:t>
            </a:r>
            <a:r>
              <a:rPr dirty="0" sz="2200" spc="-140">
                <a:solidFill>
                  <a:srgbClr val="243958"/>
                </a:solidFill>
                <a:latin typeface="Verdana"/>
                <a:cs typeface="Verdana"/>
              </a:rPr>
              <a:t>/still </a:t>
            </a:r>
            <a:r>
              <a:rPr dirty="0" sz="2200" spc="-60">
                <a:solidFill>
                  <a:srgbClr val="243958"/>
                </a:solidFill>
                <a:latin typeface="Verdana"/>
                <a:cs typeface="Verdana"/>
              </a:rPr>
              <a:t>going on </a:t>
            </a:r>
            <a:r>
              <a:rPr dirty="0" sz="2200" spc="-100">
                <a:solidFill>
                  <a:srgbClr val="243958"/>
                </a:solidFill>
                <a:latin typeface="Verdana"/>
                <a:cs typeface="Verdana"/>
              </a:rPr>
              <a:t>and</a:t>
            </a:r>
            <a:r>
              <a:rPr dirty="0" sz="2200" spc="-295">
                <a:solidFill>
                  <a:srgbClr val="243958"/>
                </a:solidFill>
                <a:latin typeface="Verdana"/>
                <a:cs typeface="Verdana"/>
              </a:rPr>
              <a:t> </a:t>
            </a:r>
            <a:r>
              <a:rPr dirty="0" sz="2200" spc="-110">
                <a:solidFill>
                  <a:srgbClr val="243958"/>
                </a:solidFill>
                <a:latin typeface="Verdana"/>
                <a:cs typeface="Verdana"/>
              </a:rPr>
              <a:t>hence  </a:t>
            </a:r>
            <a:r>
              <a:rPr dirty="0" sz="2200" spc="-125">
                <a:solidFill>
                  <a:srgbClr val="243958"/>
                </a:solidFill>
                <a:latin typeface="Verdana"/>
                <a:cs typeface="Verdana"/>
              </a:rPr>
              <a:t>continous.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48673" name="object 7"/>
          <p:cNvSpPr txBox="1"/>
          <p:nvPr/>
        </p:nvSpPr>
        <p:spPr>
          <a:xfrm>
            <a:off x="1201216" y="1529838"/>
            <a:ext cx="4676140" cy="5045710"/>
          </a:xfrm>
          <a:prstGeom prst="rect"/>
        </p:spPr>
        <p:txBody>
          <a:bodyPr bIns="0" lIns="0" rIns="0" rtlCol="0" tIns="179070" vert="horz" wrap="square">
            <a:spAutoFit/>
          </a:bodyPr>
          <a:p>
            <a:pPr marL="132080">
              <a:lnSpc>
                <a:spcPct val="100000"/>
              </a:lnSpc>
              <a:spcBef>
                <a:spcPts val="1410"/>
              </a:spcBef>
            </a:pPr>
            <a:r>
              <a:rPr dirty="0" sz="2500" i="1" spc="-70">
                <a:solidFill>
                  <a:srgbClr val="A19E00"/>
                </a:solidFill>
                <a:latin typeface="Arial Black"/>
                <a:cs typeface="Arial Black"/>
              </a:rPr>
              <a:t>Active</a:t>
            </a:r>
            <a:r>
              <a:rPr dirty="0" sz="2500" i="1" spc="-50">
                <a:solidFill>
                  <a:srgbClr val="A19E00"/>
                </a:solidFill>
                <a:latin typeface="Arial Black"/>
                <a:cs typeface="Arial Black"/>
              </a:rPr>
              <a:t> </a:t>
            </a:r>
            <a:r>
              <a:rPr dirty="0" sz="2500" i="1" spc="-75">
                <a:solidFill>
                  <a:srgbClr val="A19E0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indent="-304800" marL="342265">
              <a:lnSpc>
                <a:spcPct val="100000"/>
              </a:lnSpc>
              <a:spcBef>
                <a:spcPts val="805"/>
              </a:spcBef>
              <a:buClr>
                <a:srgbClr val="385622"/>
              </a:buClr>
              <a:buFont typeface="Arial"/>
              <a:buChar char="•"/>
              <a:tabLst>
                <a:tab algn="l" pos="342265"/>
                <a:tab algn="l" pos="342900"/>
              </a:tabLst>
            </a:pPr>
            <a:r>
              <a:rPr dirty="0" sz="1600">
                <a:solidFill>
                  <a:srgbClr val="C32CBB"/>
                </a:solidFill>
                <a:latin typeface="Arial Black"/>
                <a:cs typeface="Arial Black"/>
              </a:rPr>
              <a:t>Affirmative</a:t>
            </a:r>
            <a:r>
              <a:rPr dirty="0" sz="1600" spc="25">
                <a:solidFill>
                  <a:srgbClr val="C32CBB"/>
                </a:solidFill>
                <a:latin typeface="Arial Black"/>
                <a:cs typeface="Arial Black"/>
              </a:rPr>
              <a:t> </a:t>
            </a:r>
            <a:r>
              <a:rPr dirty="0" sz="1600" spc="-5">
                <a:solidFill>
                  <a:srgbClr val="C32CBB"/>
                </a:solidFill>
                <a:latin typeface="Arial Black"/>
                <a:cs typeface="Arial Black"/>
              </a:rPr>
              <a:t>Sentence</a:t>
            </a:r>
            <a:endParaRPr sz="1600">
              <a:latin typeface="Arial Black"/>
              <a:cs typeface="Arial Black"/>
            </a:endParaRPr>
          </a:p>
          <a:p>
            <a:pPr marL="98425">
              <a:lnSpc>
                <a:spcPct val="100000"/>
              </a:lnSpc>
              <a:spcBef>
                <a:spcPts val="1420"/>
              </a:spcBef>
            </a:pPr>
            <a:r>
              <a:rPr dirty="0" sz="1600" spc="-105">
                <a:solidFill>
                  <a:srgbClr val="0000CC"/>
                </a:solidFill>
                <a:latin typeface="Verdana"/>
                <a:cs typeface="Verdana"/>
              </a:rPr>
              <a:t>Singular </a:t>
            </a:r>
            <a:r>
              <a:rPr dirty="0" sz="1600" spc="-345">
                <a:solidFill>
                  <a:srgbClr val="0000CC"/>
                </a:solidFill>
                <a:latin typeface="Verdana"/>
                <a:cs typeface="Verdana"/>
              </a:rPr>
              <a:t>: </a:t>
            </a:r>
            <a:r>
              <a:rPr dirty="0" sz="1600" spc="-110">
                <a:latin typeface="Verdana"/>
                <a:cs typeface="Verdana"/>
              </a:rPr>
              <a:t>S+helping </a:t>
            </a:r>
            <a:r>
              <a:rPr dirty="0" sz="1600" spc="-135">
                <a:latin typeface="Verdana"/>
                <a:cs typeface="Verdana"/>
              </a:rPr>
              <a:t>verb(is </a:t>
            </a:r>
            <a:r>
              <a:rPr dirty="0" sz="1600" spc="-60">
                <a:latin typeface="Verdana"/>
                <a:cs typeface="Verdana"/>
              </a:rPr>
              <a:t>or </a:t>
            </a:r>
            <a:r>
              <a:rPr dirty="0" sz="1600" spc="-150">
                <a:latin typeface="Verdana"/>
                <a:cs typeface="Verdana"/>
              </a:rPr>
              <a:t>am)+V </a:t>
            </a:r>
            <a:r>
              <a:rPr dirty="0" sz="1600" spc="-195">
                <a:latin typeface="Verdana"/>
                <a:cs typeface="Verdana"/>
              </a:rPr>
              <a:t>1</a:t>
            </a:r>
            <a:r>
              <a:rPr baseline="26455" dirty="0" sz="1575" spc="-292">
                <a:latin typeface="Verdana"/>
                <a:cs typeface="Verdana"/>
              </a:rPr>
              <a:t>st </a:t>
            </a:r>
            <a:r>
              <a:rPr dirty="0" sz="1600" spc="-105">
                <a:latin typeface="Verdana"/>
                <a:cs typeface="Verdana"/>
              </a:rPr>
              <a:t>+ing</a:t>
            </a:r>
            <a:r>
              <a:rPr dirty="0" sz="1600" spc="100">
                <a:latin typeface="Verdana"/>
                <a:cs typeface="Verdana"/>
              </a:rPr>
              <a:t> </a:t>
            </a:r>
            <a:r>
              <a:rPr dirty="0" sz="1600" spc="-70">
                <a:latin typeface="Verdana"/>
                <a:cs typeface="Verdana"/>
              </a:rPr>
              <a:t>+O</a:t>
            </a:r>
            <a:endParaRPr sz="1600">
              <a:latin typeface="Verdana"/>
              <a:cs typeface="Verdana"/>
            </a:endParaRPr>
          </a:p>
          <a:p>
            <a:pPr marL="278765">
              <a:lnSpc>
                <a:spcPct val="100000"/>
              </a:lnSpc>
              <a:spcBef>
                <a:spcPts val="1425"/>
              </a:spcBef>
            </a:pPr>
            <a:r>
              <a:rPr dirty="0" sz="1600" spc="-120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600" spc="-110">
                <a:latin typeface="Verdana"/>
                <a:cs typeface="Verdana"/>
              </a:rPr>
              <a:t>S+helping </a:t>
            </a:r>
            <a:r>
              <a:rPr dirty="0" sz="1600" spc="-135">
                <a:latin typeface="Verdana"/>
                <a:cs typeface="Verdana"/>
              </a:rPr>
              <a:t>verb(are)+V </a:t>
            </a:r>
            <a:r>
              <a:rPr dirty="0" sz="1600" spc="-195">
                <a:latin typeface="Verdana"/>
                <a:cs typeface="Verdana"/>
              </a:rPr>
              <a:t>1</a:t>
            </a:r>
            <a:r>
              <a:rPr baseline="26455" dirty="0" sz="1575" spc="-292">
                <a:latin typeface="Verdana"/>
                <a:cs typeface="Verdana"/>
              </a:rPr>
              <a:t>st </a:t>
            </a:r>
            <a:r>
              <a:rPr dirty="0" sz="1600" spc="-105">
                <a:latin typeface="Verdana"/>
                <a:cs typeface="Verdana"/>
              </a:rPr>
              <a:t>+ing</a:t>
            </a:r>
            <a:r>
              <a:rPr dirty="0" sz="1600" spc="-30">
                <a:latin typeface="Verdana"/>
                <a:cs typeface="Verdana"/>
              </a:rPr>
              <a:t> </a:t>
            </a:r>
            <a:r>
              <a:rPr dirty="0" sz="1600" spc="-75">
                <a:latin typeface="Verdana"/>
                <a:cs typeface="Verdana"/>
              </a:rPr>
              <a:t>+O</a:t>
            </a:r>
            <a:endParaRPr sz="16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420"/>
              </a:spcBef>
            </a:pPr>
            <a:r>
              <a:rPr dirty="0" sz="1600" spc="-10">
                <a:solidFill>
                  <a:srgbClr val="2D75B6"/>
                </a:solidFill>
                <a:latin typeface="Arial Black"/>
                <a:cs typeface="Arial Black"/>
              </a:rPr>
              <a:t>Negative </a:t>
            </a:r>
            <a:r>
              <a:rPr dirty="0" sz="1600" spc="-5">
                <a:solidFill>
                  <a:srgbClr val="2D75B6"/>
                </a:solidFill>
                <a:latin typeface="Arial Black"/>
                <a:cs typeface="Arial Black"/>
              </a:rPr>
              <a:t>Sencent</a:t>
            </a:r>
            <a:endParaRPr sz="1600">
              <a:latin typeface="Arial Black"/>
              <a:cs typeface="Arial Black"/>
            </a:endParaRPr>
          </a:p>
          <a:p>
            <a:pPr marL="38100">
              <a:lnSpc>
                <a:spcPts val="1680"/>
              </a:lnSpc>
              <a:spcBef>
                <a:spcPts val="1415"/>
              </a:spcBef>
            </a:pPr>
            <a:r>
              <a:rPr dirty="0" sz="1600" spc="-120">
                <a:solidFill>
                  <a:srgbClr val="0000CC"/>
                </a:solidFill>
                <a:latin typeface="Verdana"/>
                <a:cs typeface="Verdana"/>
              </a:rPr>
              <a:t>Singular: </a:t>
            </a:r>
            <a:r>
              <a:rPr dirty="0" sz="1600" spc="-110">
                <a:latin typeface="Verdana"/>
                <a:cs typeface="Verdana"/>
              </a:rPr>
              <a:t>S+helping </a:t>
            </a:r>
            <a:r>
              <a:rPr dirty="0" sz="1600" spc="-130">
                <a:latin typeface="Verdana"/>
                <a:cs typeface="Verdana"/>
              </a:rPr>
              <a:t>verb(is </a:t>
            </a:r>
            <a:r>
              <a:rPr dirty="0" sz="1600" spc="-60">
                <a:latin typeface="Verdana"/>
                <a:cs typeface="Verdana"/>
              </a:rPr>
              <a:t>or </a:t>
            </a:r>
            <a:r>
              <a:rPr dirty="0" sz="1600" spc="-120">
                <a:latin typeface="Verdana"/>
                <a:cs typeface="Verdana"/>
              </a:rPr>
              <a:t>am </a:t>
            </a:r>
            <a:r>
              <a:rPr dirty="0" sz="1600" spc="-130">
                <a:latin typeface="Verdana"/>
                <a:cs typeface="Verdana"/>
              </a:rPr>
              <a:t>)+not+V</a:t>
            </a:r>
            <a:r>
              <a:rPr dirty="0" sz="1600" spc="35">
                <a:latin typeface="Verdana"/>
                <a:cs typeface="Verdana"/>
              </a:rPr>
              <a:t> </a:t>
            </a:r>
            <a:r>
              <a:rPr dirty="0" sz="1600" spc="-195">
                <a:latin typeface="Verdana"/>
                <a:cs typeface="Verdana"/>
              </a:rPr>
              <a:t>1</a:t>
            </a:r>
            <a:r>
              <a:rPr baseline="26455" dirty="0" sz="1575" spc="-292">
                <a:latin typeface="Verdana"/>
                <a:cs typeface="Verdana"/>
              </a:rPr>
              <a:t>st</a:t>
            </a:r>
            <a:endParaRPr baseline="26455" sz="1575">
              <a:latin typeface="Verdana"/>
              <a:cs typeface="Verdana"/>
            </a:endParaRPr>
          </a:p>
          <a:p>
            <a:pPr marL="38100">
              <a:lnSpc>
                <a:spcPts val="1680"/>
              </a:lnSpc>
            </a:pPr>
            <a:r>
              <a:rPr dirty="0" sz="1600" spc="-95">
                <a:latin typeface="Verdana"/>
                <a:cs typeface="Verdana"/>
              </a:rPr>
              <a:t>+ing+O</a:t>
            </a:r>
            <a:endParaRPr sz="1600">
              <a:latin typeface="Verdana"/>
              <a:cs typeface="Verdana"/>
            </a:endParaRPr>
          </a:p>
          <a:p>
            <a:pPr marL="98425">
              <a:lnSpc>
                <a:spcPts val="1680"/>
              </a:lnSpc>
              <a:spcBef>
                <a:spcPts val="1430"/>
              </a:spcBef>
            </a:pPr>
            <a:r>
              <a:rPr dirty="0" sz="1600" spc="-120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600" spc="-110">
                <a:latin typeface="Verdana"/>
                <a:cs typeface="Verdana"/>
              </a:rPr>
              <a:t>S+helping </a:t>
            </a:r>
            <a:r>
              <a:rPr dirty="0" sz="1600" spc="-140">
                <a:latin typeface="Verdana"/>
                <a:cs typeface="Verdana"/>
              </a:rPr>
              <a:t>verb(are)+not+1</a:t>
            </a:r>
            <a:r>
              <a:rPr baseline="26455" dirty="0" sz="1575" spc="-209">
                <a:latin typeface="Verdana"/>
                <a:cs typeface="Verdana"/>
              </a:rPr>
              <a:t>st </a:t>
            </a:r>
            <a:r>
              <a:rPr dirty="0" sz="1600" spc="-90">
                <a:latin typeface="Verdana"/>
                <a:cs typeface="Verdana"/>
              </a:rPr>
              <a:t>form</a:t>
            </a:r>
            <a:r>
              <a:rPr dirty="0" sz="1600" spc="-30">
                <a:latin typeface="Verdana"/>
                <a:cs typeface="Verdana"/>
              </a:rPr>
              <a:t> </a:t>
            </a:r>
            <a:r>
              <a:rPr dirty="0" sz="1600" spc="-70">
                <a:latin typeface="Verdana"/>
                <a:cs typeface="Verdana"/>
              </a:rPr>
              <a:t>of</a:t>
            </a:r>
            <a:endParaRPr sz="1600">
              <a:latin typeface="Verdana"/>
              <a:cs typeface="Verdana"/>
            </a:endParaRPr>
          </a:p>
          <a:p>
            <a:pPr marL="38100">
              <a:lnSpc>
                <a:spcPts val="1680"/>
              </a:lnSpc>
            </a:pPr>
            <a:r>
              <a:rPr dirty="0" sz="1600" spc="-95">
                <a:latin typeface="Verdana"/>
                <a:cs typeface="Verdana"/>
              </a:rPr>
              <a:t>verb+O</a:t>
            </a:r>
            <a:endParaRPr sz="16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415"/>
              </a:spcBef>
            </a:pPr>
            <a:r>
              <a:rPr dirty="0" sz="1600" spc="-5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dirty="0" sz="1600" spc="-10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1600" spc="-5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1600">
              <a:latin typeface="Arial Black"/>
              <a:cs typeface="Arial Black"/>
            </a:endParaRPr>
          </a:p>
          <a:p>
            <a:pPr marL="38100" marR="405765">
              <a:lnSpc>
                <a:spcPct val="75000"/>
              </a:lnSpc>
              <a:spcBef>
                <a:spcPts val="1895"/>
              </a:spcBef>
            </a:pPr>
            <a:r>
              <a:rPr dirty="0" sz="1600" spc="-105">
                <a:solidFill>
                  <a:srgbClr val="0000CC"/>
                </a:solidFill>
                <a:latin typeface="Verdana"/>
                <a:cs typeface="Verdana"/>
              </a:rPr>
              <a:t>Singular </a:t>
            </a:r>
            <a:r>
              <a:rPr dirty="0" sz="1600" spc="-110">
                <a:solidFill>
                  <a:srgbClr val="0000CC"/>
                </a:solidFill>
                <a:latin typeface="Verdana"/>
                <a:cs typeface="Verdana"/>
              </a:rPr>
              <a:t>:</a:t>
            </a:r>
            <a:r>
              <a:rPr dirty="0" sz="1600" spc="-110">
                <a:latin typeface="Verdana"/>
                <a:cs typeface="Verdana"/>
              </a:rPr>
              <a:t>helping </a:t>
            </a:r>
            <a:r>
              <a:rPr dirty="0" sz="1600" spc="-130">
                <a:latin typeface="Verdana"/>
                <a:cs typeface="Verdana"/>
              </a:rPr>
              <a:t>verb(is </a:t>
            </a:r>
            <a:r>
              <a:rPr dirty="0" sz="1600" spc="-60">
                <a:latin typeface="Verdana"/>
                <a:cs typeface="Verdana"/>
              </a:rPr>
              <a:t>or </a:t>
            </a:r>
            <a:r>
              <a:rPr dirty="0" sz="1600" spc="-120">
                <a:latin typeface="Verdana"/>
                <a:cs typeface="Verdana"/>
              </a:rPr>
              <a:t>am </a:t>
            </a:r>
            <a:r>
              <a:rPr dirty="0" sz="1600" spc="-210">
                <a:latin typeface="Verdana"/>
                <a:cs typeface="Verdana"/>
              </a:rPr>
              <a:t>)+S+1</a:t>
            </a:r>
            <a:r>
              <a:rPr baseline="26455" dirty="0" sz="1575" spc="-315">
                <a:latin typeface="Verdana"/>
                <a:cs typeface="Verdana"/>
              </a:rPr>
              <a:t>st</a:t>
            </a:r>
            <a:r>
              <a:rPr baseline="26455" dirty="0" sz="1575" spc="-82">
                <a:latin typeface="Verdana"/>
                <a:cs typeface="Verdana"/>
              </a:rPr>
              <a:t> </a:t>
            </a:r>
            <a:r>
              <a:rPr dirty="0" sz="1600" spc="-90">
                <a:latin typeface="Verdana"/>
                <a:cs typeface="Verdana"/>
              </a:rPr>
              <a:t>form </a:t>
            </a:r>
            <a:r>
              <a:rPr dirty="0" sz="1600" spc="-70">
                <a:latin typeface="Verdana"/>
                <a:cs typeface="Verdana"/>
              </a:rPr>
              <a:t>of  </a:t>
            </a:r>
            <a:r>
              <a:rPr dirty="0" sz="1600" spc="-100">
                <a:latin typeface="Verdana"/>
                <a:cs typeface="Verdana"/>
              </a:rPr>
              <a:t>verb+O?</a:t>
            </a:r>
            <a:endParaRPr sz="1600">
              <a:latin typeface="Verdana"/>
              <a:cs typeface="Verdana"/>
            </a:endParaRPr>
          </a:p>
          <a:p>
            <a:pPr marL="98425">
              <a:lnSpc>
                <a:spcPts val="1680"/>
              </a:lnSpc>
              <a:spcBef>
                <a:spcPts val="1430"/>
              </a:spcBef>
            </a:pPr>
            <a:r>
              <a:rPr dirty="0" sz="1600" spc="-125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600" spc="-70">
                <a:latin typeface="Verdana"/>
                <a:cs typeface="Verdana"/>
              </a:rPr>
              <a:t>Helping </a:t>
            </a:r>
            <a:r>
              <a:rPr dirty="0" sz="1600" spc="-165">
                <a:latin typeface="Verdana"/>
                <a:cs typeface="Verdana"/>
              </a:rPr>
              <a:t>verb(are)+S+1</a:t>
            </a:r>
            <a:r>
              <a:rPr baseline="26455" dirty="0" sz="1575" spc="-247">
                <a:latin typeface="Verdana"/>
                <a:cs typeface="Verdana"/>
              </a:rPr>
              <a:t>st </a:t>
            </a:r>
            <a:r>
              <a:rPr dirty="0" sz="1600" spc="-90">
                <a:latin typeface="Verdana"/>
                <a:cs typeface="Verdana"/>
              </a:rPr>
              <a:t>form</a:t>
            </a:r>
            <a:r>
              <a:rPr dirty="0" sz="1600" spc="-200">
                <a:latin typeface="Verdana"/>
                <a:cs typeface="Verdana"/>
              </a:rPr>
              <a:t> </a:t>
            </a:r>
            <a:r>
              <a:rPr dirty="0" sz="1600" spc="-70">
                <a:latin typeface="Verdana"/>
                <a:cs typeface="Verdana"/>
              </a:rPr>
              <a:t>of</a:t>
            </a:r>
            <a:endParaRPr sz="1600">
              <a:latin typeface="Verdana"/>
              <a:cs typeface="Verdana"/>
            </a:endParaRPr>
          </a:p>
          <a:p>
            <a:pPr marL="38100">
              <a:lnSpc>
                <a:spcPts val="1680"/>
              </a:lnSpc>
            </a:pPr>
            <a:r>
              <a:rPr dirty="0" sz="1600" spc="-105">
                <a:latin typeface="Verdana"/>
                <a:cs typeface="Verdana"/>
              </a:rPr>
              <a:t>verb+ing+O?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48674" name="object 8"/>
          <p:cNvSpPr txBox="1"/>
          <p:nvPr/>
        </p:nvSpPr>
        <p:spPr>
          <a:xfrm>
            <a:off x="6382258" y="1645691"/>
            <a:ext cx="4679950" cy="4045585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41910">
              <a:lnSpc>
                <a:spcPct val="100000"/>
              </a:lnSpc>
              <a:spcBef>
                <a:spcPts val="130"/>
              </a:spcBef>
            </a:pPr>
            <a:r>
              <a:rPr dirty="0" sz="2500" i="1" spc="-80">
                <a:solidFill>
                  <a:srgbClr val="00AF50"/>
                </a:solidFill>
                <a:latin typeface="Arial Black"/>
                <a:cs typeface="Arial Black"/>
              </a:rPr>
              <a:t>Passive</a:t>
            </a:r>
            <a:r>
              <a:rPr dirty="0" sz="2500" i="1" spc="-40">
                <a:solidFill>
                  <a:srgbClr val="00AF50"/>
                </a:solidFill>
                <a:latin typeface="Arial Black"/>
                <a:cs typeface="Arial Black"/>
              </a:rPr>
              <a:t> </a:t>
            </a:r>
            <a:r>
              <a:rPr dirty="0" sz="2500" i="1" spc="-75">
                <a:solidFill>
                  <a:srgbClr val="00AF5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marL="38100">
              <a:lnSpc>
                <a:spcPct val="100000"/>
              </a:lnSpc>
              <a:spcBef>
                <a:spcPts val="1345"/>
              </a:spcBef>
            </a:pPr>
            <a:r>
              <a:rPr dirty="0" sz="1400" spc="5">
                <a:solidFill>
                  <a:srgbClr val="C32CBB"/>
                </a:solidFill>
                <a:latin typeface="Arial Black"/>
                <a:cs typeface="Arial Black"/>
              </a:rPr>
              <a:t>Affirmative</a:t>
            </a:r>
            <a:r>
              <a:rPr dirty="0" sz="1400" spc="-30">
                <a:solidFill>
                  <a:srgbClr val="C32CBB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C32CBB"/>
                </a:solidFill>
                <a:latin typeface="Arial Black"/>
                <a:cs typeface="Arial Black"/>
              </a:rPr>
              <a:t>Sentence</a:t>
            </a:r>
            <a:endParaRPr sz="1400">
              <a:latin typeface="Arial Black"/>
              <a:cs typeface="Arial Black"/>
            </a:endParaRPr>
          </a:p>
          <a:p>
            <a:pPr marL="38100" marR="182245">
              <a:lnSpc>
                <a:spcPct val="187900"/>
              </a:lnSpc>
            </a:pPr>
            <a:r>
              <a:rPr dirty="0" sz="1400" spc="-90">
                <a:solidFill>
                  <a:srgbClr val="0000CC"/>
                </a:solidFill>
                <a:latin typeface="Verdana"/>
                <a:cs typeface="Verdana"/>
              </a:rPr>
              <a:t>Singular </a:t>
            </a:r>
            <a:r>
              <a:rPr dirty="0" sz="1400" spc="-110">
                <a:solidFill>
                  <a:srgbClr val="0000CC"/>
                </a:solidFill>
                <a:latin typeface="Verdana"/>
                <a:cs typeface="Verdana"/>
              </a:rPr>
              <a:t>:</a:t>
            </a:r>
            <a:r>
              <a:rPr dirty="0" sz="1400" spc="-110">
                <a:latin typeface="Verdana"/>
                <a:cs typeface="Verdana"/>
              </a:rPr>
              <a:t>S+helping verb(is </a:t>
            </a:r>
            <a:r>
              <a:rPr dirty="0" sz="1400" spc="-50">
                <a:latin typeface="Verdana"/>
                <a:cs typeface="Verdana"/>
              </a:rPr>
              <a:t>or </a:t>
            </a:r>
            <a:r>
              <a:rPr dirty="0" sz="1400" spc="-95">
                <a:latin typeface="Verdana"/>
                <a:cs typeface="Verdana"/>
              </a:rPr>
              <a:t>am+being)+V </a:t>
            </a:r>
            <a:r>
              <a:rPr dirty="0" sz="1400" spc="-65">
                <a:latin typeface="Verdana"/>
                <a:cs typeface="Verdana"/>
              </a:rPr>
              <a:t>3</a:t>
            </a:r>
            <a:r>
              <a:rPr baseline="24691" dirty="0" sz="1350" spc="-97">
                <a:latin typeface="Verdana"/>
                <a:cs typeface="Verdana"/>
              </a:rPr>
              <a:t>rd </a:t>
            </a:r>
            <a:r>
              <a:rPr dirty="0" sz="1400" spc="-90">
                <a:latin typeface="Verdana"/>
                <a:cs typeface="Verdana"/>
              </a:rPr>
              <a:t>+by+O  </a:t>
            </a:r>
            <a:r>
              <a:rPr dirty="0" sz="1400" spc="-105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400" spc="-90">
                <a:latin typeface="Verdana"/>
                <a:cs typeface="Verdana"/>
              </a:rPr>
              <a:t>S+helping </a:t>
            </a:r>
            <a:r>
              <a:rPr dirty="0" sz="1400" spc="-100">
                <a:latin typeface="Verdana"/>
                <a:cs typeface="Verdana"/>
              </a:rPr>
              <a:t>verb(are+being)+V</a:t>
            </a:r>
            <a:r>
              <a:rPr dirty="0" sz="1400" spc="-145">
                <a:latin typeface="Verdana"/>
                <a:cs typeface="Verdana"/>
              </a:rPr>
              <a:t> </a:t>
            </a:r>
            <a:r>
              <a:rPr dirty="0" sz="1400" spc="-80">
                <a:latin typeface="Verdana"/>
                <a:cs typeface="Verdana"/>
              </a:rPr>
              <a:t>3</a:t>
            </a:r>
            <a:r>
              <a:rPr baseline="24691" dirty="0" sz="1350" spc="-120">
                <a:latin typeface="Verdana"/>
                <a:cs typeface="Verdana"/>
              </a:rPr>
              <a:t>rd</a:t>
            </a:r>
            <a:r>
              <a:rPr dirty="0" sz="1400" spc="-80">
                <a:latin typeface="Verdana"/>
                <a:cs typeface="Verdana"/>
              </a:rPr>
              <a:t>+by+O</a:t>
            </a:r>
            <a:endParaRPr sz="14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485"/>
              </a:spcBef>
            </a:pPr>
            <a:r>
              <a:rPr dirty="0" sz="1400" spc="-5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dirty="0" sz="1400" spc="-20">
                <a:solidFill>
                  <a:srgbClr val="2D75B6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2D75B6"/>
                </a:solidFill>
                <a:latin typeface="Arial Black"/>
                <a:cs typeface="Arial Black"/>
              </a:rPr>
              <a:t>Sencent</a:t>
            </a:r>
            <a:endParaRPr sz="1400">
              <a:latin typeface="Arial Black"/>
              <a:cs typeface="Arial Black"/>
            </a:endParaRPr>
          </a:p>
          <a:p>
            <a:pPr marL="38100">
              <a:lnSpc>
                <a:spcPts val="1470"/>
              </a:lnSpc>
              <a:spcBef>
                <a:spcPts val="1480"/>
              </a:spcBef>
            </a:pPr>
            <a:r>
              <a:rPr dirty="0" sz="1400" spc="-100">
                <a:solidFill>
                  <a:srgbClr val="0000CC"/>
                </a:solidFill>
                <a:latin typeface="Verdana"/>
                <a:cs typeface="Verdana"/>
              </a:rPr>
              <a:t>Singular: </a:t>
            </a:r>
            <a:r>
              <a:rPr dirty="0" sz="1400" spc="-90">
                <a:latin typeface="Verdana"/>
                <a:cs typeface="Verdana"/>
              </a:rPr>
              <a:t>S+helping </a:t>
            </a:r>
            <a:r>
              <a:rPr dirty="0" sz="1400" spc="-110">
                <a:latin typeface="Verdana"/>
                <a:cs typeface="Verdana"/>
              </a:rPr>
              <a:t>verb(is </a:t>
            </a:r>
            <a:r>
              <a:rPr dirty="0" sz="1400" spc="-50">
                <a:latin typeface="Verdana"/>
                <a:cs typeface="Verdana"/>
              </a:rPr>
              <a:t>or </a:t>
            </a:r>
            <a:r>
              <a:rPr dirty="0" sz="1400" spc="-90">
                <a:latin typeface="Verdana"/>
                <a:cs typeface="Verdana"/>
              </a:rPr>
              <a:t>am+not+being)+not+V</a:t>
            </a:r>
            <a:r>
              <a:rPr dirty="0" sz="1400" spc="-195">
                <a:latin typeface="Verdana"/>
                <a:cs typeface="Verdana"/>
              </a:rPr>
              <a:t> </a:t>
            </a:r>
            <a:r>
              <a:rPr dirty="0" sz="1400" spc="-70">
                <a:latin typeface="Verdana"/>
                <a:cs typeface="Verdana"/>
              </a:rPr>
              <a:t>3</a:t>
            </a:r>
            <a:r>
              <a:rPr baseline="24691" dirty="0" sz="1350" spc="-104">
                <a:latin typeface="Verdana"/>
                <a:cs typeface="Verdana"/>
              </a:rPr>
              <a:t>rd</a:t>
            </a:r>
            <a:endParaRPr baseline="24691" sz="1350">
              <a:latin typeface="Verdana"/>
              <a:cs typeface="Verdana"/>
            </a:endParaRPr>
          </a:p>
          <a:p>
            <a:pPr marL="38100">
              <a:lnSpc>
                <a:spcPts val="1470"/>
              </a:lnSpc>
            </a:pPr>
            <a:r>
              <a:rPr dirty="0" sz="1400" spc="-90">
                <a:latin typeface="Verdana"/>
                <a:cs typeface="Verdana"/>
              </a:rPr>
              <a:t>+by+O</a:t>
            </a:r>
            <a:endParaRPr sz="1400">
              <a:latin typeface="Verdana"/>
              <a:cs typeface="Verdana"/>
            </a:endParaRPr>
          </a:p>
          <a:p>
            <a:pPr marL="89535">
              <a:lnSpc>
                <a:spcPct val="100000"/>
              </a:lnSpc>
              <a:spcBef>
                <a:spcPts val="1475"/>
              </a:spcBef>
            </a:pPr>
            <a:r>
              <a:rPr dirty="0" sz="1400" spc="-105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400" spc="-90">
                <a:latin typeface="Verdana"/>
                <a:cs typeface="Verdana"/>
              </a:rPr>
              <a:t>S+helping </a:t>
            </a:r>
            <a:r>
              <a:rPr dirty="0" sz="1400" spc="-100">
                <a:latin typeface="Verdana"/>
                <a:cs typeface="Verdana"/>
              </a:rPr>
              <a:t>verb(are+not+being)+V</a:t>
            </a:r>
            <a:r>
              <a:rPr dirty="0" sz="1400" spc="-110">
                <a:latin typeface="Verdana"/>
                <a:cs typeface="Verdana"/>
              </a:rPr>
              <a:t> </a:t>
            </a:r>
            <a:r>
              <a:rPr dirty="0" sz="1400" spc="-80">
                <a:latin typeface="Verdana"/>
                <a:cs typeface="Verdana"/>
              </a:rPr>
              <a:t>3</a:t>
            </a:r>
            <a:r>
              <a:rPr baseline="24691" dirty="0" sz="1350" spc="-120">
                <a:latin typeface="Verdana"/>
                <a:cs typeface="Verdana"/>
              </a:rPr>
              <a:t>rd</a:t>
            </a:r>
            <a:r>
              <a:rPr dirty="0" sz="1400" spc="-80">
                <a:latin typeface="Verdana"/>
                <a:cs typeface="Verdana"/>
              </a:rPr>
              <a:t>+by+O</a:t>
            </a:r>
            <a:endParaRPr sz="14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490"/>
              </a:spcBef>
            </a:pPr>
            <a:r>
              <a:rPr dirty="0" sz="1400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dirty="0" sz="1400" spc="-5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1400">
              <a:latin typeface="Arial Black"/>
              <a:cs typeface="Arial Black"/>
            </a:endParaRPr>
          </a:p>
          <a:p>
            <a:pPr marL="38100">
              <a:lnSpc>
                <a:spcPct val="100000"/>
              </a:lnSpc>
              <a:spcBef>
                <a:spcPts val="1475"/>
              </a:spcBef>
            </a:pPr>
            <a:r>
              <a:rPr dirty="0" sz="1400" spc="-105">
                <a:solidFill>
                  <a:srgbClr val="0000CC"/>
                </a:solidFill>
                <a:latin typeface="Verdana"/>
                <a:cs typeface="Verdana"/>
              </a:rPr>
              <a:t>Singular: </a:t>
            </a:r>
            <a:r>
              <a:rPr dirty="0" sz="1400" spc="-85">
                <a:latin typeface="Verdana"/>
                <a:cs typeface="Verdana"/>
              </a:rPr>
              <a:t>S+helping </a:t>
            </a:r>
            <a:r>
              <a:rPr dirty="0" sz="1400" spc="-110">
                <a:latin typeface="Verdana"/>
                <a:cs typeface="Verdana"/>
              </a:rPr>
              <a:t>verb(is </a:t>
            </a:r>
            <a:r>
              <a:rPr dirty="0" sz="1400" spc="-50">
                <a:latin typeface="Verdana"/>
                <a:cs typeface="Verdana"/>
              </a:rPr>
              <a:t>or </a:t>
            </a:r>
            <a:r>
              <a:rPr dirty="0" sz="1400" spc="-95">
                <a:latin typeface="Verdana"/>
                <a:cs typeface="Verdana"/>
              </a:rPr>
              <a:t>am+being)+3</a:t>
            </a:r>
            <a:r>
              <a:rPr baseline="24691" dirty="0" sz="1350" spc="-142">
                <a:latin typeface="Verdana"/>
                <a:cs typeface="Verdana"/>
              </a:rPr>
              <a:t>rd</a:t>
            </a:r>
            <a:r>
              <a:rPr baseline="24691" dirty="0" sz="1350" spc="30">
                <a:latin typeface="Verdana"/>
                <a:cs typeface="Verdana"/>
              </a:rPr>
              <a:t> </a:t>
            </a:r>
            <a:r>
              <a:rPr dirty="0" sz="1400" spc="-95">
                <a:latin typeface="Verdana"/>
                <a:cs typeface="Verdana"/>
              </a:rPr>
              <a:t>+by+O?</a:t>
            </a:r>
            <a:endParaRPr sz="1400">
              <a:latin typeface="Verdana"/>
              <a:cs typeface="Verdana"/>
            </a:endParaRPr>
          </a:p>
          <a:p>
            <a:pPr marL="89535">
              <a:lnSpc>
                <a:spcPct val="100000"/>
              </a:lnSpc>
              <a:spcBef>
                <a:spcPts val="1475"/>
              </a:spcBef>
            </a:pPr>
            <a:r>
              <a:rPr dirty="0" sz="1400" spc="-80">
                <a:solidFill>
                  <a:srgbClr val="006600"/>
                </a:solidFill>
                <a:latin typeface="Verdana"/>
                <a:cs typeface="Verdana"/>
              </a:rPr>
              <a:t>Plural:</a:t>
            </a:r>
            <a:r>
              <a:rPr dirty="0" sz="1400" spc="-80">
                <a:latin typeface="Verdana"/>
                <a:cs typeface="Verdana"/>
              </a:rPr>
              <a:t>Helping </a:t>
            </a:r>
            <a:r>
              <a:rPr dirty="0" sz="1400" spc="-105">
                <a:latin typeface="Verdana"/>
                <a:cs typeface="Verdana"/>
              </a:rPr>
              <a:t>verb(Are)+S+being+V</a:t>
            </a:r>
            <a:r>
              <a:rPr dirty="0" sz="1400" spc="-155">
                <a:latin typeface="Verdana"/>
                <a:cs typeface="Verdana"/>
              </a:rPr>
              <a:t> </a:t>
            </a:r>
            <a:r>
              <a:rPr dirty="0" sz="1400" spc="-85">
                <a:latin typeface="Verdana"/>
                <a:cs typeface="Verdana"/>
              </a:rPr>
              <a:t>3</a:t>
            </a:r>
            <a:r>
              <a:rPr baseline="24691" dirty="0" sz="1350" spc="-127">
                <a:latin typeface="Verdana"/>
                <a:cs typeface="Verdana"/>
              </a:rPr>
              <a:t>rd</a:t>
            </a:r>
            <a:r>
              <a:rPr dirty="0" sz="1400" spc="-85">
                <a:latin typeface="Verdana"/>
                <a:cs typeface="Verdana"/>
              </a:rPr>
              <a:t>+by+O?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"/>
                                        <p:tgtEl>
                                          <p:spTgt spid="10486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6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5"/>
                                        <p:tgtEl>
                                          <p:spTgt spid="10486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6"/>
                                        <p:tgtEl>
                                          <p:spTgt spid="10486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6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486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9"/>
                                        <p:tgtEl>
                                          <p:spTgt spid="104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0"/>
                                        <p:tgtEl>
                                          <p:spTgt spid="104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3"/>
                                        <p:tgtEl>
                                          <p:spTgt spid="104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4"/>
                                        <p:tgtEl>
                                          <p:spTgt spid="104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5">
                      <p:stCondLst>
                        <p:cond delay="indefinite"/>
                      </p:stCondLst>
                      <p:childTnLst>
                        <p:par>
                          <p:cTn fill="hold" id="36">
                            <p:stCondLst>
                              <p:cond delay="0"/>
                            </p:stCondLst>
                            <p:childTnLst>
                              <p:par>
                                <p:cTn fill="hold" id="3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9"/>
                                        <p:tgtEl>
                                          <p:spTgt spid="10486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0"/>
                                        <p:tgtEl>
                                          <p:spTgt spid="10486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3"/>
                                        <p:tgtEl>
                                          <p:spTgt spid="10486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4"/>
                                        <p:tgtEl>
                                          <p:spTgt spid="10486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7"/>
                                        <p:tgtEl>
                                          <p:spTgt spid="10486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8"/>
                                        <p:tgtEl>
                                          <p:spTgt spid="10486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1"/>
                                        <p:tgtEl>
                                          <p:spTgt spid="10486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2"/>
                                        <p:tgtEl>
                                          <p:spTgt spid="10486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5"/>
                                        <p:tgtEl>
                                          <p:spTgt spid="10486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6"/>
                                        <p:tgtEl>
                                          <p:spTgt spid="10486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7">
                      <p:stCondLst>
                        <p:cond delay="indefinite"/>
                      </p:stCondLst>
                      <p:childTnLst>
                        <p:par>
                          <p:cTn fill="hold" id="58">
                            <p:stCondLst>
                              <p:cond delay="0"/>
                            </p:stCondLst>
                            <p:childTnLst>
                              <p:par>
                                <p:cTn fill="hold" id="5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1"/>
                                        <p:tgtEl>
                                          <p:spTgt spid="104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2"/>
                                        <p:tgtEl>
                                          <p:spTgt spid="104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5"/>
                                        <p:tgtEl>
                                          <p:spTgt spid="104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6"/>
                                        <p:tgtEl>
                                          <p:spTgt spid="104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9"/>
                                        <p:tgtEl>
                                          <p:spTgt spid="104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0"/>
                                        <p:tgtEl>
                                          <p:spTgt spid="104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3"/>
                                        <p:tgtEl>
                                          <p:spTgt spid="104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4"/>
                                        <p:tgtEl>
                                          <p:spTgt spid="104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5">
                      <p:stCondLst>
                        <p:cond delay="indefinite"/>
                      </p:stCondLst>
                      <p:childTnLst>
                        <p:par>
                          <p:cTn fill="hold" id="76">
                            <p:stCondLst>
                              <p:cond delay="0"/>
                            </p:stCondLst>
                            <p:childTnLst>
                              <p:par>
                                <p:cTn fill="hold" id="7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9"/>
                                        <p:tgtEl>
                                          <p:spTgt spid="10486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0"/>
                                        <p:tgtEl>
                                          <p:spTgt spid="10486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1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83"/>
                                        <p:tgtEl>
                                          <p:spTgt spid="10486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4"/>
                                        <p:tgtEl>
                                          <p:spTgt spid="10486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87"/>
                                        <p:tgtEl>
                                          <p:spTgt spid="10486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8"/>
                                        <p:tgtEl>
                                          <p:spTgt spid="10486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91"/>
                                        <p:tgtEl>
                                          <p:spTgt spid="10486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92"/>
                                        <p:tgtEl>
                                          <p:spTgt spid="10486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3">
                      <p:stCondLst>
                        <p:cond delay="indefinite"/>
                      </p:stCondLst>
                      <p:childTnLst>
                        <p:par>
                          <p:cTn fill="hold" id="94">
                            <p:stCondLst>
                              <p:cond delay="0"/>
                            </p:stCondLst>
                            <p:childTnLst>
                              <p:par>
                                <p:cTn fill="hold" id="9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97"/>
                                        <p:tgtEl>
                                          <p:spTgt spid="104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98"/>
                                        <p:tgtEl>
                                          <p:spTgt spid="104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01"/>
                                        <p:tgtEl>
                                          <p:spTgt spid="104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02"/>
                                        <p:tgtEl>
                                          <p:spTgt spid="104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05"/>
                                        <p:tgtEl>
                                          <p:spTgt spid="1048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06"/>
                                        <p:tgtEl>
                                          <p:spTgt spid="1048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object 2"/>
          <p:cNvSpPr txBox="1">
            <a:spLocks noGrp="1"/>
          </p:cNvSpPr>
          <p:nvPr>
            <p:ph type="title"/>
          </p:nvPr>
        </p:nvSpPr>
        <p:spPr>
          <a:xfrm>
            <a:off x="1496694" y="200405"/>
            <a:ext cx="6727825" cy="9398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375">
                <a:solidFill>
                  <a:srgbClr val="6F2F9F"/>
                </a:solidFill>
              </a:rPr>
              <a:t>Present</a:t>
            </a:r>
            <a:r>
              <a:rPr dirty="0" sz="6000" spc="-420">
                <a:solidFill>
                  <a:srgbClr val="6F2F9F"/>
                </a:solidFill>
              </a:rPr>
              <a:t> </a:t>
            </a:r>
            <a:r>
              <a:rPr dirty="0" sz="6000" spc="-285">
                <a:solidFill>
                  <a:srgbClr val="7E7E7E"/>
                </a:solidFill>
              </a:rPr>
              <a:t>Continuous</a:t>
            </a:r>
            <a:endParaRPr sz="6000"/>
          </a:p>
        </p:txBody>
      </p:sp>
      <p:sp>
        <p:nvSpPr>
          <p:cNvPr id="1048676" name="object 6"/>
          <p:cNvSpPr txBox="1">
            <a:spLocks noGrp="1"/>
          </p:cNvSpPr>
          <p:nvPr>
            <p:ph sz="half" idx="1"/>
          </p:nvPr>
        </p:nvSpPr>
        <p:spPr>
          <a:xfrm>
            <a:off x="609600" y="1600203"/>
            <a:ext cx="4724400" cy="3661537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449580">
              <a:lnSpc>
                <a:spcPct val="100000"/>
              </a:lnSpc>
              <a:spcBef>
                <a:spcPts val="130"/>
              </a:spcBef>
            </a:pPr>
            <a:r>
              <a:rPr dirty="0" spc="-70"/>
              <a:t>Active </a:t>
            </a:r>
            <a:r>
              <a:rPr dirty="0" spc="-75"/>
              <a:t>voice</a:t>
            </a:r>
          </a:p>
          <a:p>
            <a:pPr indent="-309880" marL="321945" marR="539750">
              <a:lnSpc>
                <a:spcPts val="4190"/>
              </a:lnSpc>
              <a:spcBef>
                <a:spcPts val="254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dirty="0" sz="2000" i="0" spc="-120">
                <a:solidFill>
                  <a:srgbClr val="C32CBB"/>
                </a:solidFill>
                <a:latin typeface="Verdana"/>
                <a:cs typeface="Verdana"/>
              </a:rPr>
              <a:t>Affirmative </a:t>
            </a:r>
            <a:r>
              <a:rPr sz="2000" i="0" spc="-135">
                <a:solidFill>
                  <a:srgbClr val="C32CBB"/>
                </a:solidFill>
                <a:latin typeface="Verdana"/>
                <a:cs typeface="Verdana"/>
              </a:rPr>
              <a:t>Sentence </a:t>
            </a:r>
            <a:endParaRPr dirty="0" sz="2000" i="0" lang="en-US" spc="-135" smtClean="0">
              <a:solidFill>
                <a:srgbClr val="C32CBB"/>
              </a:solidFill>
              <a:latin typeface="Verdana"/>
              <a:cs typeface="Verdana"/>
            </a:endParaRPr>
          </a:p>
          <a:p>
            <a:pPr indent="-309880" marL="321945" marR="539750">
              <a:lnSpc>
                <a:spcPts val="4190"/>
              </a:lnSpc>
              <a:spcBef>
                <a:spcPts val="254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sz="2000" i="0" spc="-135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000" i="0" spc="-155" smtClean="0">
                <a:solidFill>
                  <a:srgbClr val="000000"/>
                </a:solidFill>
                <a:latin typeface="Verdana"/>
                <a:cs typeface="Verdana"/>
              </a:rPr>
              <a:t>J</a:t>
            </a:r>
            <a:r>
              <a:rPr dirty="0" sz="2000" i="0" lang="en-US" spc="-155" smtClean="0">
                <a:solidFill>
                  <a:srgbClr val="000000"/>
                </a:solidFill>
                <a:latin typeface="Verdana"/>
                <a:cs typeface="Verdana"/>
              </a:rPr>
              <a:t>ay</a:t>
            </a:r>
            <a:r>
              <a:rPr sz="2000" i="0" spc="-155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000" i="0" spc="-150">
                <a:solidFill>
                  <a:srgbClr val="000000"/>
                </a:solidFill>
                <a:latin typeface="Verdana"/>
                <a:cs typeface="Verdana"/>
              </a:rPr>
              <a:t>is </a:t>
            </a:r>
            <a:r>
              <a:rPr dirty="0" sz="2000" i="0" lang="en-US" spc="-150" smtClean="0">
                <a:solidFill>
                  <a:srgbClr val="000000"/>
                </a:solidFill>
                <a:latin typeface="Verdana"/>
                <a:cs typeface="Verdana"/>
              </a:rPr>
              <a:t>reading a book now.</a:t>
            </a:r>
            <a:endParaRPr sz="2000">
              <a:latin typeface="Verdana"/>
              <a:cs typeface="Verdana"/>
            </a:endParaRPr>
          </a:p>
          <a:p>
            <a:pPr indent="-304800" marL="317500">
              <a:lnSpc>
                <a:spcPct val="100000"/>
              </a:lnSpc>
              <a:spcBef>
                <a:spcPts val="1275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sz="2000" i="0" spc="-10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sz="2000" i="0">
                <a:solidFill>
                  <a:srgbClr val="2D75B6"/>
                </a:solidFill>
                <a:latin typeface="Arial Black"/>
                <a:cs typeface="Arial Black"/>
              </a:rPr>
              <a:t> </a:t>
            </a:r>
            <a:r>
              <a:rPr sz="2000" i="0" spc="-5" smtClean="0">
                <a:solidFill>
                  <a:srgbClr val="2D75B6"/>
                </a:solidFill>
                <a:latin typeface="Arial Black"/>
                <a:cs typeface="Arial Black"/>
              </a:rPr>
              <a:t>Sen</a:t>
            </a:r>
            <a:r>
              <a:rPr dirty="0" sz="2000" i="0" lang="en-US" spc="-5" err="1" smtClean="0">
                <a:solidFill>
                  <a:srgbClr val="2D75B6"/>
                </a:solidFill>
                <a:latin typeface="Arial Black"/>
                <a:cs typeface="Arial Black"/>
              </a:rPr>
              <a:t>tence</a:t>
            </a:r>
            <a:endParaRPr sz="2000">
              <a:latin typeface="Arial Black"/>
              <a:cs typeface="Arial Black"/>
            </a:endParaRPr>
          </a:p>
          <a:p>
            <a:pPr indent="-309880" marL="321945" marR="539750">
              <a:lnSpc>
                <a:spcPts val="4190"/>
              </a:lnSpc>
              <a:spcBef>
                <a:spcPts val="254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dirty="0" sz="2000" lang="en-IN" spc="-135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2000" lang="en-IN" spc="-155" smtClean="0">
                <a:solidFill>
                  <a:srgbClr val="000000"/>
                </a:solidFill>
                <a:latin typeface="Verdana"/>
                <a:cs typeface="Verdana"/>
              </a:rPr>
              <a:t>Jay </a:t>
            </a:r>
            <a:r>
              <a:rPr dirty="0" sz="2000" lang="en-IN" spc="-150" smtClean="0">
                <a:solidFill>
                  <a:srgbClr val="000000"/>
                </a:solidFill>
                <a:latin typeface="Verdana"/>
                <a:cs typeface="Verdana"/>
              </a:rPr>
              <a:t>is not reading a book now.</a:t>
            </a:r>
            <a:endParaRPr dirty="0" sz="2000" lang="en-IN" smtClean="0">
              <a:latin typeface="Verdana"/>
              <a:cs typeface="Verdana"/>
            </a:endParaRPr>
          </a:p>
          <a:p>
            <a:pPr indent="-304800" marL="317500">
              <a:lnSpc>
                <a:spcPct val="100000"/>
              </a:lnSpc>
              <a:spcBef>
                <a:spcPts val="1714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sz="2000" i="0" smtClean="0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sz="2000" i="0" spc="-65" smtClean="0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2000" i="0" spc="-5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2000">
              <a:latin typeface="Arial Black"/>
              <a:cs typeface="Arial Black"/>
            </a:endParaRPr>
          </a:p>
          <a:p>
            <a:pPr marL="460375">
              <a:lnSpc>
                <a:spcPct val="100000"/>
              </a:lnSpc>
              <a:spcBef>
                <a:spcPts val="1850"/>
              </a:spcBef>
            </a:pPr>
            <a:r>
              <a:rPr sz="2000" i="0" spc="-275">
                <a:solidFill>
                  <a:srgbClr val="000000"/>
                </a:solidFill>
                <a:latin typeface="Verdana"/>
                <a:cs typeface="Verdana"/>
              </a:rPr>
              <a:t>Is </a:t>
            </a:r>
            <a:r>
              <a:rPr dirty="0" sz="2000" i="0" lang="en-US" spc="-155" smtClean="0">
                <a:solidFill>
                  <a:srgbClr val="000000"/>
                </a:solidFill>
                <a:latin typeface="Verdana"/>
                <a:cs typeface="Verdana"/>
              </a:rPr>
              <a:t>Jay </a:t>
            </a:r>
            <a:r>
              <a:rPr dirty="0" sz="2000" lang="en-US" spc="-55" smtClean="0">
                <a:solidFill>
                  <a:srgbClr val="000000"/>
                </a:solidFill>
                <a:latin typeface="Verdana"/>
                <a:cs typeface="Verdana"/>
              </a:rPr>
              <a:t>reading a book</a:t>
            </a:r>
            <a:r>
              <a:rPr sz="2000" i="0" spc="-55" smtClean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000" i="0" spc="-90" smtClean="0">
                <a:solidFill>
                  <a:srgbClr val="000000"/>
                </a:solidFill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70" name="object 3"/>
          <p:cNvGrpSpPr/>
          <p:nvPr/>
        </p:nvGrpSpPr>
        <p:grpSpPr>
          <a:xfrm>
            <a:off x="8129016" y="453136"/>
            <a:ext cx="2168525" cy="600075"/>
            <a:chOff x="8129016" y="453136"/>
            <a:chExt cx="2168525" cy="600075"/>
          </a:xfrm>
        </p:grpSpPr>
        <p:sp>
          <p:nvSpPr>
            <p:cNvPr id="1048677" name="object 4"/>
            <p:cNvSpPr/>
            <p:nvPr/>
          </p:nvSpPr>
          <p:spPr>
            <a:xfrm>
              <a:off x="8129016" y="786384"/>
              <a:ext cx="2151887" cy="266700"/>
            </a:xfrm>
            <a:prstGeom prst="rect"/>
            <a:blipFill>
              <a:blip xmlns:r="http://schemas.openxmlformats.org/officeDocument/2006/relationships" r:embed="rId1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678" name="object 5"/>
            <p:cNvSpPr/>
            <p:nvPr/>
          </p:nvSpPr>
          <p:spPr>
            <a:xfrm>
              <a:off x="8444738" y="453136"/>
              <a:ext cx="1852676" cy="533018"/>
            </a:xfrm>
            <a:prstGeom prst="rect"/>
            <a:blipFill>
              <a:blip xmlns:r="http://schemas.openxmlformats.org/officeDocument/2006/relationships" r:embed="rId2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</p:grpSp>
      <p:sp>
        <p:nvSpPr>
          <p:cNvPr id="1048679" name="object 7"/>
          <p:cNvSpPr txBox="1"/>
          <p:nvPr/>
        </p:nvSpPr>
        <p:spPr>
          <a:xfrm>
            <a:off x="6858000" y="1645691"/>
            <a:ext cx="4601591" cy="3542157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i="1" spc="-80">
                <a:solidFill>
                  <a:srgbClr val="00AF50"/>
                </a:solidFill>
                <a:latin typeface="Arial Black"/>
                <a:cs typeface="Arial Black"/>
              </a:rPr>
              <a:t>Passive</a:t>
            </a:r>
            <a:r>
              <a:rPr dirty="0" sz="2500" i="1" spc="-40">
                <a:solidFill>
                  <a:srgbClr val="00AF50"/>
                </a:solidFill>
                <a:latin typeface="Arial Black"/>
                <a:cs typeface="Arial Black"/>
              </a:rPr>
              <a:t> </a:t>
            </a:r>
            <a:r>
              <a:rPr dirty="0" sz="2500" i="1" spc="-75">
                <a:solidFill>
                  <a:srgbClr val="00AF5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indent="-306070" marL="379730">
              <a:lnSpc>
                <a:spcPct val="100000"/>
              </a:lnSpc>
              <a:spcBef>
                <a:spcPts val="1605"/>
              </a:spcBef>
              <a:buClr>
                <a:srgbClr val="385622"/>
              </a:buClr>
              <a:buFont typeface="Arial"/>
              <a:buChar char="•"/>
              <a:tabLst>
                <a:tab algn="l" pos="379730"/>
                <a:tab algn="l" pos="380365"/>
              </a:tabLst>
            </a:pPr>
            <a:r>
              <a:rPr dirty="0" sz="2000" spc="-120">
                <a:solidFill>
                  <a:srgbClr val="C32CBB"/>
                </a:solidFill>
                <a:latin typeface="Verdana"/>
                <a:cs typeface="Verdana"/>
              </a:rPr>
              <a:t>Affirmative</a:t>
            </a:r>
            <a:r>
              <a:rPr dirty="0" sz="2000" spc="-155">
                <a:solidFill>
                  <a:srgbClr val="C32CBB"/>
                </a:solidFill>
                <a:latin typeface="Verdana"/>
                <a:cs typeface="Verdana"/>
              </a:rPr>
              <a:t> </a:t>
            </a:r>
            <a:r>
              <a:rPr dirty="0" sz="2000" spc="-135">
                <a:solidFill>
                  <a:srgbClr val="C32CBB"/>
                </a:solidFill>
                <a:latin typeface="Verdana"/>
                <a:cs typeface="Verdana"/>
              </a:rPr>
              <a:t>Sentence</a:t>
            </a:r>
            <a:endParaRPr sz="2000">
              <a:latin typeface="Verdana"/>
              <a:cs typeface="Verdana"/>
            </a:endParaRPr>
          </a:p>
          <a:p>
            <a:pPr marL="522605">
              <a:lnSpc>
                <a:spcPct val="100000"/>
              </a:lnSpc>
              <a:spcBef>
                <a:spcPts val="1789"/>
              </a:spcBef>
            </a:pPr>
            <a:r>
              <a:rPr dirty="0" sz="2000" lang="en-US" spc="-100" smtClean="0">
                <a:latin typeface="Verdana"/>
                <a:cs typeface="Verdana"/>
              </a:rPr>
              <a:t>A  book is being read by Jay now.</a:t>
            </a:r>
            <a:endParaRPr sz="2000">
              <a:latin typeface="Verdana"/>
              <a:cs typeface="Verdana"/>
            </a:endParaRPr>
          </a:p>
          <a:p>
            <a:pPr indent="-306070" marL="379730">
              <a:lnSpc>
                <a:spcPct val="100000"/>
              </a:lnSpc>
              <a:spcBef>
                <a:spcPts val="1714"/>
              </a:spcBef>
              <a:buClr>
                <a:srgbClr val="385622"/>
              </a:buClr>
              <a:buFont typeface="Arial"/>
              <a:buChar char="•"/>
              <a:tabLst>
                <a:tab algn="l" pos="379730"/>
                <a:tab algn="l" pos="380365"/>
              </a:tabLst>
            </a:pPr>
            <a:r>
              <a:rPr sz="2000" spc="-10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sz="2000" spc="-5">
                <a:solidFill>
                  <a:srgbClr val="2D75B6"/>
                </a:solidFill>
                <a:latin typeface="Arial Black"/>
                <a:cs typeface="Arial Black"/>
              </a:rPr>
              <a:t> </a:t>
            </a:r>
            <a:r>
              <a:rPr sz="2000" spc="-5" smtClean="0">
                <a:solidFill>
                  <a:srgbClr val="2D75B6"/>
                </a:solidFill>
                <a:latin typeface="Arial Black"/>
                <a:cs typeface="Arial Black"/>
              </a:rPr>
              <a:t>Sen</a:t>
            </a:r>
            <a:r>
              <a:rPr dirty="0" sz="2000" lang="en-US" spc="-5" err="1" smtClean="0">
                <a:solidFill>
                  <a:srgbClr val="2D75B6"/>
                </a:solidFill>
                <a:latin typeface="Arial Black"/>
                <a:cs typeface="Arial Black"/>
              </a:rPr>
              <a:t>tence</a:t>
            </a:r>
            <a:endParaRPr sz="2000">
              <a:latin typeface="Arial Black"/>
              <a:cs typeface="Arial Black"/>
            </a:endParaRPr>
          </a:p>
          <a:p>
            <a:pPr marL="459105">
              <a:lnSpc>
                <a:spcPct val="100000"/>
              </a:lnSpc>
              <a:spcBef>
                <a:spcPts val="1839"/>
              </a:spcBef>
            </a:pPr>
            <a:r>
              <a:rPr dirty="0" sz="2000" lang="en-US" spc="-95" smtClean="0">
                <a:latin typeface="Verdana"/>
                <a:cs typeface="Verdana"/>
              </a:rPr>
              <a:t> A book </a:t>
            </a:r>
            <a:r>
              <a:rPr sz="2000" spc="-150" smtClean="0">
                <a:latin typeface="Verdana"/>
                <a:cs typeface="Verdana"/>
              </a:rPr>
              <a:t>is </a:t>
            </a:r>
            <a:r>
              <a:rPr dirty="0" sz="2000" spc="-80">
                <a:latin typeface="Verdana"/>
                <a:cs typeface="Verdana"/>
              </a:rPr>
              <a:t>not </a:t>
            </a:r>
            <a:r>
              <a:rPr sz="2000" spc="-75">
                <a:latin typeface="Verdana"/>
                <a:cs typeface="Verdana"/>
              </a:rPr>
              <a:t>being </a:t>
            </a:r>
            <a:r>
              <a:rPr dirty="0" sz="2000" lang="en-US" spc="-60" smtClean="0">
                <a:latin typeface="Verdana"/>
                <a:cs typeface="Verdana"/>
              </a:rPr>
              <a:t>read</a:t>
            </a:r>
            <a:r>
              <a:rPr sz="2000" spc="-60" smtClean="0">
                <a:latin typeface="Verdana"/>
                <a:cs typeface="Verdana"/>
              </a:rPr>
              <a:t> </a:t>
            </a:r>
            <a:r>
              <a:rPr sz="2000" spc="-114">
                <a:latin typeface="Verdana"/>
                <a:cs typeface="Verdana"/>
              </a:rPr>
              <a:t>by</a:t>
            </a:r>
            <a:r>
              <a:rPr sz="2000" spc="-420">
                <a:latin typeface="Verdana"/>
                <a:cs typeface="Verdana"/>
              </a:rPr>
              <a:t> </a:t>
            </a:r>
            <a:r>
              <a:rPr sz="2000" spc="-170" smtClean="0">
                <a:latin typeface="Verdana"/>
                <a:cs typeface="Verdana"/>
              </a:rPr>
              <a:t>Ja</a:t>
            </a:r>
            <a:r>
              <a:rPr dirty="0" sz="2000" lang="en-US" spc="-170" smtClean="0">
                <a:latin typeface="Verdana"/>
                <a:cs typeface="Verdana"/>
              </a:rPr>
              <a:t>y</a:t>
            </a:r>
            <a:r>
              <a:rPr sz="2000" spc="-170" smtClean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indent="-306070" marL="379730">
              <a:lnSpc>
                <a:spcPct val="100000"/>
              </a:lnSpc>
              <a:spcBef>
                <a:spcPts val="1714"/>
              </a:spcBef>
              <a:buClr>
                <a:srgbClr val="385622"/>
              </a:buClr>
              <a:buFont typeface="Arial"/>
              <a:buChar char="•"/>
              <a:tabLst>
                <a:tab algn="l" pos="379730"/>
                <a:tab algn="l" pos="380365"/>
              </a:tabLst>
            </a:pPr>
            <a:r>
              <a:rPr dirty="0" sz="2000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dirty="0" sz="2000" spc="-85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2000" spc="-5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2000">
              <a:latin typeface="Arial Black"/>
              <a:cs typeface="Arial Black"/>
            </a:endParaRPr>
          </a:p>
          <a:p>
            <a:pPr marL="512445">
              <a:lnSpc>
                <a:spcPct val="100000"/>
              </a:lnSpc>
              <a:spcBef>
                <a:spcPts val="1800"/>
              </a:spcBef>
            </a:pPr>
            <a:r>
              <a:rPr sz="2000" spc="-270">
                <a:latin typeface="Verdana"/>
                <a:cs typeface="Verdana"/>
              </a:rPr>
              <a:t>Is </a:t>
            </a:r>
            <a:r>
              <a:rPr dirty="0" sz="2000" lang="en-US" spc="-80" smtClean="0">
                <a:latin typeface="Verdana"/>
                <a:cs typeface="Verdana"/>
              </a:rPr>
              <a:t> a book </a:t>
            </a:r>
            <a:r>
              <a:rPr sz="2000" spc="-75" smtClean="0">
                <a:latin typeface="Verdana"/>
                <a:cs typeface="Verdana"/>
              </a:rPr>
              <a:t>being </a:t>
            </a:r>
            <a:r>
              <a:rPr dirty="0" sz="2000" lang="en-US" spc="-55" smtClean="0">
                <a:latin typeface="Verdana"/>
                <a:cs typeface="Verdana"/>
              </a:rPr>
              <a:t>read</a:t>
            </a:r>
            <a:r>
              <a:rPr sz="2000" spc="-55" smtClean="0">
                <a:latin typeface="Verdana"/>
                <a:cs typeface="Verdana"/>
              </a:rPr>
              <a:t> </a:t>
            </a:r>
            <a:r>
              <a:rPr sz="2000" spc="-114">
                <a:latin typeface="Verdana"/>
                <a:cs typeface="Verdana"/>
              </a:rPr>
              <a:t>by</a:t>
            </a:r>
            <a:r>
              <a:rPr sz="2000" spc="-280">
                <a:latin typeface="Verdana"/>
                <a:cs typeface="Verdana"/>
              </a:rPr>
              <a:t> </a:t>
            </a:r>
            <a:r>
              <a:rPr sz="2000" spc="-155" smtClean="0">
                <a:latin typeface="Verdana"/>
                <a:cs typeface="Verdana"/>
              </a:rPr>
              <a:t>Ja</a:t>
            </a:r>
            <a:r>
              <a:rPr dirty="0" sz="2000" lang="en-US" spc="-155" smtClean="0">
                <a:latin typeface="Verdana"/>
                <a:cs typeface="Verdana"/>
              </a:rPr>
              <a:t>y</a:t>
            </a:r>
            <a:r>
              <a:rPr sz="2000" spc="-155" smtClean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48680" name="object 8"/>
          <p:cNvSpPr/>
          <p:nvPr/>
        </p:nvSpPr>
        <p:spPr>
          <a:xfrm>
            <a:off x="4876800" y="1447800"/>
            <a:ext cx="1752600" cy="4533900"/>
          </a:xfrm>
          <a:prstGeom prst="rect"/>
          <a:blipFill>
            <a:blip xmlns:r="http://schemas.openxmlformats.org/officeDocument/2006/relationships" r:embed="rId3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  <p:pic>
        <p:nvPicPr>
          <p:cNvPr id="2097152" name="Picture 3" descr="C:\Users\parul\Desktop\1501287413738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4"/>
          <a:srcRect/>
          <a:stretch>
            <a:fillRect/>
          </a:stretch>
        </p:blipFill>
        <p:spPr bwMode="auto">
          <a:xfrm>
            <a:off x="4648200" y="1838324"/>
            <a:ext cx="1981200" cy="3648075"/>
          </a:xfrm>
          <a:prstGeom prst="rect"/>
          <a:noFill/>
        </p:spPr>
      </p:pic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"/>
                                        <p:tgtEl>
                                          <p:spTgt spid="104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5"/>
                                        <p:tgtEl>
                                          <p:spTgt spid="104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6"/>
                                        <p:tgtEl>
                                          <p:spTgt spid="104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1"/>
                                        <p:tgtEl>
                                          <p:spTgt spid="1048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2"/>
                                        <p:tgtEl>
                                          <p:spTgt spid="1048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6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6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9"/>
                                        <p:tgtEl>
                                          <p:spTgt spid="10486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0"/>
                                        <p:tgtEl>
                                          <p:spTgt spid="10486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1">
                      <p:stCondLst>
                        <p:cond delay="indefinite"/>
                      </p:stCondLst>
                      <p:childTnLst>
                        <p:par>
                          <p:cTn fill="hold" id="32">
                            <p:stCondLst>
                              <p:cond delay="0"/>
                            </p:stCondLst>
                            <p:childTnLst>
                              <p:par>
                                <p:cTn fill="hold" id="3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5"/>
                                        <p:tgtEl>
                                          <p:spTgt spid="104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6"/>
                                        <p:tgtEl>
                                          <p:spTgt spid="104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9"/>
                                        <p:tgtEl>
                                          <p:spTgt spid="104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0"/>
                                        <p:tgtEl>
                                          <p:spTgt spid="104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1">
                      <p:stCondLst>
                        <p:cond delay="indefinite"/>
                      </p:stCondLst>
                      <p:childTnLst>
                        <p:par>
                          <p:cTn fill="hold" id="42">
                            <p:stCondLst>
                              <p:cond delay="0"/>
                            </p:stCondLst>
                            <p:childTnLst>
                              <p:par>
                                <p:cTn fill="hold" id="4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5"/>
                                        <p:tgtEl>
                                          <p:spTgt spid="10486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6"/>
                                        <p:tgtEl>
                                          <p:spTgt spid="10486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9"/>
                                        <p:tgtEl>
                                          <p:spTgt spid="10486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0"/>
                                        <p:tgtEl>
                                          <p:spTgt spid="10486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1">
                      <p:stCondLst>
                        <p:cond delay="indefinite"/>
                      </p:stCondLst>
                      <p:childTnLst>
                        <p:par>
                          <p:cTn fill="hold" id="52">
                            <p:stCondLst>
                              <p:cond delay="0"/>
                            </p:stCondLst>
                            <p:childTnLst>
                              <p:par>
                                <p:cTn fill="hold" id="5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5"/>
                                        <p:tgtEl>
                                          <p:spTgt spid="104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6"/>
                                        <p:tgtEl>
                                          <p:spTgt spid="104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9"/>
                                        <p:tgtEl>
                                          <p:spTgt spid="104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0"/>
                                        <p:tgtEl>
                                          <p:spTgt spid="104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1">
                      <p:stCondLst>
                        <p:cond delay="indefinite"/>
                      </p:stCondLst>
                      <p:childTnLst>
                        <p:par>
                          <p:cTn fill="hold" id="62">
                            <p:stCondLst>
                              <p:cond delay="0"/>
                            </p:stCondLst>
                            <p:childTnLst>
                              <p:par>
                                <p:cTn fill="hold" id="6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5"/>
                                        <p:tgtEl>
                                          <p:spTgt spid="10486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6"/>
                                        <p:tgtEl>
                                          <p:spTgt spid="10486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7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9"/>
                                        <p:tgtEl>
                                          <p:spTgt spid="10486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0"/>
                                        <p:tgtEl>
                                          <p:spTgt spid="10486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87362"/>
          </a:xfrm>
        </p:spPr>
        <p:txBody>
          <a:bodyPr>
            <a:normAutofit fontScale="90000"/>
          </a:bodyPr>
          <a:p>
            <a:r>
              <a:rPr dirty="0" lang="en-US" smtClean="0"/>
              <a:t>Change into passive voice</a:t>
            </a:r>
            <a:endParaRPr dirty="0" lang="en-IN"/>
          </a:p>
        </p:txBody>
      </p:sp>
      <p:sp>
        <p:nvSpPr>
          <p:cNvPr id="1048682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10591800" cy="5181600"/>
          </a:xfrm>
        </p:spPr>
        <p:txBody>
          <a:bodyPr/>
          <a:p>
            <a:r>
              <a:rPr dirty="0" lang="en-IN" err="1" smtClean="0"/>
              <a:t>Ruchita</a:t>
            </a:r>
            <a:r>
              <a:rPr dirty="0" lang="en-IN" smtClean="0"/>
              <a:t> is drinking a cup of tea. - </a:t>
            </a:r>
          </a:p>
          <a:p>
            <a:r>
              <a:rPr dirty="0" lang="en-IN" u="sng" smtClean="0"/>
              <a:t>A cup of tea is being drunk by Sheila.</a:t>
            </a:r>
            <a:endParaRPr dirty="0" lang="en-IN" smtClean="0"/>
          </a:p>
          <a:p>
            <a:r>
              <a:rPr dirty="0" lang="en-IN" smtClean="0"/>
              <a:t>My father is washing the car. - </a:t>
            </a:r>
          </a:p>
          <a:p>
            <a:r>
              <a:rPr dirty="0" lang="en-IN" smtClean="0"/>
              <a:t> The car is being washed by my father.</a:t>
            </a:r>
          </a:p>
          <a:p>
            <a:r>
              <a:rPr dirty="0" lang="en-IN" smtClean="0"/>
              <a:t>Farmer Joe is milking the cows. - </a:t>
            </a:r>
          </a:p>
          <a:p>
            <a:r>
              <a:rPr dirty="0" lang="en-IN" smtClean="0"/>
              <a:t> The cows are being milked by farmer Joe.</a:t>
            </a:r>
          </a:p>
          <a:p>
            <a:r>
              <a:rPr dirty="0" lang="en-IN" smtClean="0"/>
              <a:t>She is taking a picture of him. - </a:t>
            </a:r>
          </a:p>
          <a:p>
            <a:r>
              <a:rPr dirty="0" lang="en-IN" u="sng" smtClean="0"/>
              <a:t>A picture of him is being taken by her.</a:t>
            </a:r>
            <a:endParaRPr dirty="0" lang="en-IN" smtClean="0"/>
          </a:p>
          <a:p>
            <a:r>
              <a:rPr dirty="0" lang="en-IN" smtClean="0"/>
              <a:t>I am writing a poem. - </a:t>
            </a:r>
          </a:p>
          <a:p>
            <a:r>
              <a:rPr dirty="0" lang="en-IN" u="sng" smtClean="0"/>
              <a:t>A poem is being written by me.</a:t>
            </a:r>
            <a:endParaRPr dirty="0" lang="en-IN" smtClean="0"/>
          </a:p>
          <a:p>
            <a:endParaRPr dirty="0" lang="en-IN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48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7">
                      <p:stCondLst>
                        <p:cond delay="indefinite"/>
                      </p:stCondLst>
                      <p:childTnLst>
                        <p:par>
                          <p:cTn fill="hold" id="28">
                            <p:stCondLst>
                              <p:cond delay="0"/>
                            </p:stCondLst>
                            <p:childTnLst>
                              <p:par>
                                <p:cTn fill="hold" id="2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0486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2"/>
                                        <p:tgtEl>
                                          <p:spTgt spid="10486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>
                      <p:stCondLst>
                        <p:cond delay="indefinite"/>
                      </p:stCondLst>
                      <p:childTnLst>
                        <p:par>
                          <p:cTn fill="hold" id="34">
                            <p:stCondLst>
                              <p:cond delay="0"/>
                            </p:stCondLst>
                            <p:childTnLst>
                              <p:par>
                                <p:cTn fill="hold" id="3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7"/>
                                        <p:tgtEl>
                                          <p:spTgt spid="1048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8"/>
                                        <p:tgtEl>
                                          <p:spTgt spid="1048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9">
                      <p:stCondLst>
                        <p:cond delay="indefinite"/>
                      </p:stCondLst>
                      <p:childTnLst>
                        <p:par>
                          <p:cTn fill="hold" id="40">
                            <p:stCondLst>
                              <p:cond delay="0"/>
                            </p:stCondLst>
                            <p:childTnLst>
                              <p:par>
                                <p:cTn fill="hold" id="4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3"/>
                                        <p:tgtEl>
                                          <p:spTgt spid="10486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4"/>
                                        <p:tgtEl>
                                          <p:spTgt spid="10486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5">
                      <p:stCondLst>
                        <p:cond delay="indefinite"/>
                      </p:stCondLst>
                      <p:childTnLst>
                        <p:par>
                          <p:cTn fill="hold" id="46">
                            <p:stCondLst>
                              <p:cond delay="0"/>
                            </p:stCondLst>
                            <p:childTnLst>
                              <p:par>
                                <p:cTn fill="hold" id="4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9"/>
                                        <p:tgtEl>
                                          <p:spTgt spid="10486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0"/>
                                        <p:tgtEl>
                                          <p:spTgt spid="10486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1">
                      <p:stCondLst>
                        <p:cond delay="indefinite"/>
                      </p:stCondLst>
                      <p:childTnLst>
                        <p:par>
                          <p:cTn fill="hold" id="52">
                            <p:stCondLst>
                              <p:cond delay="0"/>
                            </p:stCondLst>
                            <p:childTnLst>
                              <p:par>
                                <p:cTn fill="hold" id="5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5"/>
                                        <p:tgtEl>
                                          <p:spTgt spid="10486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6"/>
                                        <p:tgtEl>
                                          <p:spTgt spid="10486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7">
                      <p:stCondLst>
                        <p:cond delay="indefinite"/>
                      </p:stCondLst>
                      <p:childTnLst>
                        <p:par>
                          <p:cTn fill="hold" id="58">
                            <p:stCondLst>
                              <p:cond delay="0"/>
                            </p:stCondLst>
                            <p:childTnLst>
                              <p:par>
                                <p:cTn fill="hold" id="5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1"/>
                                        <p:tgtEl>
                                          <p:spTgt spid="10486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2"/>
                                        <p:tgtEl>
                                          <p:spTgt spid="10486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838200"/>
            <a:ext cx="10439400" cy="5638799"/>
          </a:xfrm>
        </p:spPr>
        <p:txBody>
          <a:bodyPr/>
          <a:p>
            <a:r>
              <a:rPr dirty="0" lang="en-IN" smtClean="0"/>
              <a:t>We are not playing football. - </a:t>
            </a:r>
          </a:p>
          <a:p>
            <a:r>
              <a:rPr dirty="0" lang="en-IN" smtClean="0"/>
              <a:t> Football is not being played by us.</a:t>
            </a:r>
          </a:p>
          <a:p>
            <a:r>
              <a:rPr dirty="0" lang="en-IN" smtClean="0"/>
              <a:t>He is not wearing a tie. - </a:t>
            </a:r>
          </a:p>
          <a:p>
            <a:r>
              <a:rPr dirty="0" lang="en-IN" u="sng" smtClean="0"/>
              <a:t>A tie is not being worn by him.</a:t>
            </a:r>
            <a:endParaRPr dirty="0" lang="en-IN" smtClean="0"/>
          </a:p>
          <a:p>
            <a:r>
              <a:rPr dirty="0" lang="en-IN" smtClean="0"/>
              <a:t>Is she preparing tea? - </a:t>
            </a:r>
          </a:p>
          <a:p>
            <a:r>
              <a:rPr dirty="0" lang="en-IN" smtClean="0"/>
              <a:t> Is tea being prepared by her?</a:t>
            </a:r>
          </a:p>
          <a:p>
            <a:r>
              <a:rPr dirty="0" lang="en-IN" smtClean="0"/>
              <a:t>Are they talking about the meeting? </a:t>
            </a:r>
          </a:p>
          <a:p>
            <a:r>
              <a:rPr dirty="0" lang="en-IN" u="sng" smtClean="0"/>
              <a:t>Is the meeting being talked about by them?</a:t>
            </a:r>
            <a:endParaRPr dirty="0" lang="en-IN" smtClean="0"/>
          </a:p>
          <a:p>
            <a:r>
              <a:rPr dirty="0" lang="en-IN" smtClean="0"/>
              <a:t>Is she watering the flowers? –</a:t>
            </a:r>
          </a:p>
          <a:p>
            <a:r>
              <a:rPr dirty="0" lang="en-IN" u="sng" smtClean="0"/>
              <a:t>Are the flowers being watered by her?</a:t>
            </a:r>
            <a:endParaRPr dirty="0" lang="en-IN" smtClean="0"/>
          </a:p>
          <a:p>
            <a:endParaRPr dirty="0" lang="en-IN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48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7">
                      <p:stCondLst>
                        <p:cond delay="indefinite"/>
                      </p:stCondLst>
                      <p:childTnLst>
                        <p:par>
                          <p:cTn fill="hold" id="28">
                            <p:stCondLst>
                              <p:cond delay="0"/>
                            </p:stCondLst>
                            <p:childTnLst>
                              <p:par>
                                <p:cTn fill="hold" id="2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048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2"/>
                                        <p:tgtEl>
                                          <p:spTgt spid="1048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>
                      <p:stCondLst>
                        <p:cond delay="indefinite"/>
                      </p:stCondLst>
                      <p:childTnLst>
                        <p:par>
                          <p:cTn fill="hold" id="34">
                            <p:stCondLst>
                              <p:cond delay="0"/>
                            </p:stCondLst>
                            <p:childTnLst>
                              <p:par>
                                <p:cTn fill="hold" id="3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7"/>
                                        <p:tgtEl>
                                          <p:spTgt spid="1048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8"/>
                                        <p:tgtEl>
                                          <p:spTgt spid="1048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9">
                      <p:stCondLst>
                        <p:cond delay="indefinite"/>
                      </p:stCondLst>
                      <p:childTnLst>
                        <p:par>
                          <p:cTn fill="hold" id="40">
                            <p:stCondLst>
                              <p:cond delay="0"/>
                            </p:stCondLst>
                            <p:childTnLst>
                              <p:par>
                                <p:cTn fill="hold" id="4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3"/>
                                        <p:tgtEl>
                                          <p:spTgt spid="1048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4"/>
                                        <p:tgtEl>
                                          <p:spTgt spid="1048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5">
                      <p:stCondLst>
                        <p:cond delay="indefinite"/>
                      </p:stCondLst>
                      <p:childTnLst>
                        <p:par>
                          <p:cTn fill="hold" id="46">
                            <p:stCondLst>
                              <p:cond delay="0"/>
                            </p:stCondLst>
                            <p:childTnLst>
                              <p:par>
                                <p:cTn fill="hold" id="4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9"/>
                                        <p:tgtEl>
                                          <p:spTgt spid="1048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0"/>
                                        <p:tgtEl>
                                          <p:spTgt spid="1048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1">
                      <p:stCondLst>
                        <p:cond delay="indefinite"/>
                      </p:stCondLst>
                      <p:childTnLst>
                        <p:par>
                          <p:cTn fill="hold" id="52">
                            <p:stCondLst>
                              <p:cond delay="0"/>
                            </p:stCondLst>
                            <p:childTnLst>
                              <p:par>
                                <p:cTn fill="hold" id="5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5"/>
                                        <p:tgtEl>
                                          <p:spTgt spid="1048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6"/>
                                        <p:tgtEl>
                                          <p:spTgt spid="1048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7">
                      <p:stCondLst>
                        <p:cond delay="indefinite"/>
                      </p:stCondLst>
                      <p:childTnLst>
                        <p:par>
                          <p:cTn fill="hold" id="58">
                            <p:stCondLst>
                              <p:cond delay="0"/>
                            </p:stCondLst>
                            <p:childTnLst>
                              <p:par>
                                <p:cTn fill="hold" id="5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1"/>
                                        <p:tgtEl>
                                          <p:spTgt spid="1048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2"/>
                                        <p:tgtEl>
                                          <p:spTgt spid="1048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9"/>
          <p:cNvGrpSpPr/>
          <p:nvPr/>
        </p:nvGrpSpPr>
        <p:grpSpPr>
          <a:xfrm>
            <a:off x="4474464" y="296290"/>
            <a:ext cx="1501140" cy="487045"/>
            <a:chOff x="4474464" y="296290"/>
            <a:chExt cx="1501140" cy="487045"/>
          </a:xfrm>
        </p:grpSpPr>
        <p:sp>
          <p:nvSpPr>
            <p:cNvPr id="1048704" name="object 10"/>
            <p:cNvSpPr/>
            <p:nvPr/>
          </p:nvSpPr>
          <p:spPr>
            <a:xfrm>
              <a:off x="4474464" y="594359"/>
              <a:ext cx="1446276" cy="188975"/>
            </a:xfrm>
            <a:prstGeom prst="rect"/>
            <a:blipFill>
              <a:blip xmlns:r="http://schemas.openxmlformats.org/officeDocument/2006/relationships" r:embed="rId1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705" name="object 11"/>
            <p:cNvSpPr/>
            <p:nvPr/>
          </p:nvSpPr>
          <p:spPr>
            <a:xfrm>
              <a:off x="4739767" y="296290"/>
              <a:ext cx="1235583" cy="355727"/>
            </a:xfrm>
            <a:prstGeom prst="rect"/>
            <a:blipFill>
              <a:blip xmlns:r="http://schemas.openxmlformats.org/officeDocument/2006/relationships" r:embed="rId2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</p:grpSp>
      <p:sp>
        <p:nvSpPr>
          <p:cNvPr id="1048706" name="object 12"/>
          <p:cNvSpPr txBox="1">
            <a:spLocks noGrp="1"/>
          </p:cNvSpPr>
          <p:nvPr>
            <p:ph type="title"/>
          </p:nvPr>
        </p:nvSpPr>
        <p:spPr>
          <a:xfrm>
            <a:off x="2296795" y="-197582"/>
            <a:ext cx="5061585" cy="1332865"/>
          </a:xfrm>
          <a:prstGeom prst="rect"/>
        </p:spPr>
        <p:txBody>
          <a:bodyPr bIns="0" lIns="0" rIns="0" rtlCol="0" tIns="12065" vert="horz" wrap="square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algn="l" pos="3843654"/>
              </a:tabLst>
            </a:pPr>
            <a:r>
              <a:rPr dirty="0" lang="en-US" spc="-380" smtClean="0">
                <a:solidFill>
                  <a:srgbClr val="243958"/>
                </a:solidFill>
              </a:rPr>
              <a:t>Simple Past                    </a:t>
            </a:r>
            <a:r>
              <a:rPr spc="-380" smtClean="0">
                <a:solidFill>
                  <a:srgbClr val="243958"/>
                </a:solidFill>
              </a:rPr>
              <a:t>R</a:t>
            </a:r>
            <a:r>
              <a:rPr spc="-210" smtClean="0">
                <a:solidFill>
                  <a:srgbClr val="243958"/>
                </a:solidFill>
              </a:rPr>
              <a:t>u</a:t>
            </a:r>
            <a:r>
              <a:rPr spc="-275" smtClean="0">
                <a:solidFill>
                  <a:srgbClr val="243958"/>
                </a:solidFill>
              </a:rPr>
              <a:t>les</a:t>
            </a:r>
            <a:endParaRPr dirty="0" spc="-275">
              <a:solidFill>
                <a:srgbClr val="243958"/>
              </a:solidFill>
            </a:endParaRPr>
          </a:p>
        </p:txBody>
      </p:sp>
      <p:sp>
        <p:nvSpPr>
          <p:cNvPr id="1048707" name="object 14"/>
          <p:cNvSpPr txBox="1"/>
          <p:nvPr/>
        </p:nvSpPr>
        <p:spPr>
          <a:xfrm>
            <a:off x="914400" y="1692300"/>
            <a:ext cx="5334000" cy="5080635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32080">
              <a:lnSpc>
                <a:spcPct val="100000"/>
              </a:lnSpc>
              <a:spcBef>
                <a:spcPts val="130"/>
              </a:spcBef>
            </a:pPr>
            <a:r>
              <a:rPr dirty="0" sz="2500" i="1" spc="-70">
                <a:solidFill>
                  <a:srgbClr val="A19E00"/>
                </a:solidFill>
                <a:latin typeface="Arial Black"/>
                <a:cs typeface="Arial Black"/>
              </a:rPr>
              <a:t>Active</a:t>
            </a:r>
            <a:r>
              <a:rPr dirty="0" sz="2500" i="1" spc="-50">
                <a:solidFill>
                  <a:srgbClr val="A19E00"/>
                </a:solidFill>
                <a:latin typeface="Arial Black"/>
                <a:cs typeface="Arial Black"/>
              </a:rPr>
              <a:t> </a:t>
            </a:r>
            <a:r>
              <a:rPr dirty="0" sz="2500" i="1" spc="-75">
                <a:solidFill>
                  <a:srgbClr val="A19E0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indent="-304800" marL="342265">
              <a:spcBef>
                <a:spcPts val="1165"/>
              </a:spcBef>
              <a:buClr>
                <a:srgbClr val="385622"/>
              </a:buClr>
              <a:buFont typeface="Arial"/>
              <a:buChar char="•"/>
              <a:tabLst>
                <a:tab algn="l" pos="342265"/>
                <a:tab algn="l" pos="342900"/>
              </a:tabLst>
            </a:pPr>
            <a:r>
              <a:rPr dirty="0" sz="1600">
                <a:solidFill>
                  <a:srgbClr val="C32CBB"/>
                </a:solidFill>
                <a:latin typeface="Arial Black"/>
                <a:cs typeface="Arial Black"/>
              </a:rPr>
              <a:t>Affirmative</a:t>
            </a:r>
            <a:r>
              <a:rPr dirty="0" sz="1600" spc="25">
                <a:solidFill>
                  <a:srgbClr val="C32CBB"/>
                </a:solidFill>
                <a:latin typeface="Arial Black"/>
                <a:cs typeface="Arial Black"/>
              </a:rPr>
              <a:t> </a:t>
            </a:r>
            <a:r>
              <a:rPr dirty="0" sz="1600" spc="-5">
                <a:solidFill>
                  <a:srgbClr val="C32CBB"/>
                </a:solidFill>
                <a:latin typeface="Arial Black"/>
                <a:cs typeface="Arial Black"/>
              </a:rPr>
              <a:t>Sentence</a:t>
            </a:r>
            <a:endParaRPr sz="1600">
              <a:latin typeface="Arial Black"/>
              <a:cs typeface="Arial Black"/>
            </a:endParaRPr>
          </a:p>
          <a:p>
            <a:pPr indent="-180340" marL="278765" marR="1716405">
              <a:spcBef>
                <a:spcPts val="335"/>
              </a:spcBef>
            </a:pPr>
            <a:r>
              <a:rPr dirty="0" sz="1600" lang="en-US" spc="-105" smtClean="0">
                <a:solidFill>
                  <a:srgbClr val="0000CC"/>
                </a:solidFill>
                <a:latin typeface="Verdana"/>
                <a:cs typeface="Verdana"/>
              </a:rPr>
              <a:t> </a:t>
            </a:r>
            <a:r>
              <a:rPr sz="1600" spc="-105" smtClean="0">
                <a:solidFill>
                  <a:srgbClr val="0000CC"/>
                </a:solidFill>
                <a:latin typeface="Verdana"/>
                <a:cs typeface="Verdana"/>
              </a:rPr>
              <a:t>Singular </a:t>
            </a:r>
            <a:r>
              <a:rPr sz="1600" spc="-345" smtClean="0">
                <a:solidFill>
                  <a:srgbClr val="0000CC"/>
                </a:solidFill>
                <a:latin typeface="Verdana"/>
                <a:cs typeface="Verdana"/>
              </a:rPr>
              <a:t>: </a:t>
            </a:r>
            <a:r>
              <a:rPr dirty="0" sz="1600" spc="-220">
                <a:latin typeface="Verdana"/>
                <a:cs typeface="Verdana"/>
              </a:rPr>
              <a:t>S+ </a:t>
            </a:r>
            <a:r>
              <a:rPr dirty="0" sz="1600" spc="-65">
                <a:latin typeface="Verdana"/>
                <a:cs typeface="Verdana"/>
              </a:rPr>
              <a:t>2</a:t>
            </a:r>
            <a:r>
              <a:rPr baseline="26455" dirty="0" sz="1575" spc="-97">
                <a:latin typeface="Verdana"/>
                <a:cs typeface="Verdana"/>
              </a:rPr>
              <a:t>nd </a:t>
            </a:r>
            <a:r>
              <a:rPr sz="1600" spc="-90">
                <a:latin typeface="Verdana"/>
                <a:cs typeface="Verdana"/>
              </a:rPr>
              <a:t>form </a:t>
            </a:r>
            <a:r>
              <a:rPr sz="1600" spc="-70" smtClean="0">
                <a:latin typeface="Verdana"/>
                <a:cs typeface="Verdana"/>
              </a:rPr>
              <a:t>of </a:t>
            </a:r>
            <a:r>
              <a:rPr sz="1600" spc="-95" smtClean="0">
                <a:latin typeface="Verdana"/>
                <a:cs typeface="Verdana"/>
              </a:rPr>
              <a:t>verb+O  </a:t>
            </a:r>
            <a:r>
              <a:rPr sz="1600" spc="-120" smtClean="0">
                <a:solidFill>
                  <a:srgbClr val="006600"/>
                </a:solidFill>
                <a:latin typeface="Verdana"/>
                <a:cs typeface="Verdana"/>
              </a:rPr>
              <a:t>Plural</a:t>
            </a:r>
            <a:r>
              <a:rPr dirty="0" sz="1600" spc="-120">
                <a:solidFill>
                  <a:srgbClr val="006600"/>
                </a:solidFill>
                <a:latin typeface="Verdana"/>
                <a:cs typeface="Verdana"/>
              </a:rPr>
              <a:t>: </a:t>
            </a:r>
            <a:r>
              <a:rPr dirty="0" sz="1600" spc="-130">
                <a:latin typeface="Verdana"/>
                <a:cs typeface="Verdana"/>
              </a:rPr>
              <a:t>S+2</a:t>
            </a:r>
            <a:r>
              <a:rPr baseline="26455" dirty="0" sz="1575" spc="-195">
                <a:latin typeface="Verdana"/>
                <a:cs typeface="Verdana"/>
              </a:rPr>
              <a:t>nd </a:t>
            </a:r>
            <a:r>
              <a:rPr dirty="0" sz="1600" spc="-90">
                <a:latin typeface="Verdana"/>
                <a:cs typeface="Verdana"/>
              </a:rPr>
              <a:t>form </a:t>
            </a:r>
            <a:r>
              <a:rPr sz="1600" spc="-70">
                <a:latin typeface="Verdana"/>
                <a:cs typeface="Verdana"/>
              </a:rPr>
              <a:t>of</a:t>
            </a:r>
            <a:r>
              <a:rPr sz="1600" spc="-90">
                <a:latin typeface="Verdana"/>
                <a:cs typeface="Verdana"/>
              </a:rPr>
              <a:t> </a:t>
            </a:r>
            <a:r>
              <a:rPr sz="1600" spc="-95" smtClean="0">
                <a:latin typeface="Verdana"/>
                <a:cs typeface="Verdana"/>
              </a:rPr>
              <a:t>verb+O</a:t>
            </a:r>
            <a:endParaRPr dirty="0" sz="1600" lang="en-US" spc="-95" smtClean="0">
              <a:latin typeface="Verdana"/>
              <a:cs typeface="Verdana"/>
            </a:endParaRPr>
          </a:p>
          <a:p>
            <a:pPr indent="-180340" marL="278765" marR="1716405">
              <a:spcBef>
                <a:spcPts val="335"/>
              </a:spcBef>
            </a:pPr>
            <a:r>
              <a:rPr dirty="0" sz="1600" lang="en-US" spc="-95" smtClean="0">
                <a:latin typeface="Verdana"/>
                <a:cs typeface="Verdana"/>
              </a:rPr>
              <a:t>EX. 1 They told him yesterday.</a:t>
            </a:r>
            <a:endParaRPr sz="1600">
              <a:latin typeface="Verdana"/>
              <a:cs typeface="Verdana"/>
            </a:endParaRPr>
          </a:p>
          <a:p>
            <a:pPr marL="38100">
              <a:spcBef>
                <a:spcPts val="1065"/>
              </a:spcBef>
            </a:pPr>
            <a:r>
              <a:rPr sz="1600" spc="-10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sz="1600" spc="-5">
                <a:solidFill>
                  <a:srgbClr val="2D75B6"/>
                </a:solidFill>
                <a:latin typeface="Arial Black"/>
                <a:cs typeface="Arial Black"/>
              </a:rPr>
              <a:t> </a:t>
            </a:r>
            <a:r>
              <a:rPr sz="1600" spc="-5" smtClean="0">
                <a:solidFill>
                  <a:srgbClr val="2D75B6"/>
                </a:solidFill>
                <a:latin typeface="Arial Black"/>
                <a:cs typeface="Arial Black"/>
              </a:rPr>
              <a:t>Sen</a:t>
            </a:r>
            <a:r>
              <a:rPr dirty="0" sz="1600" lang="en-US" spc="-5" err="1" smtClean="0">
                <a:solidFill>
                  <a:srgbClr val="2D75B6"/>
                </a:solidFill>
                <a:latin typeface="Arial Black"/>
                <a:cs typeface="Arial Black"/>
              </a:rPr>
              <a:t>tence</a:t>
            </a:r>
            <a:endParaRPr dirty="0" sz="1600" lang="en-US" spc="-5">
              <a:solidFill>
                <a:srgbClr val="2D75B6"/>
              </a:solidFill>
              <a:latin typeface="Arial Black"/>
              <a:cs typeface="Arial Black"/>
            </a:endParaRPr>
          </a:p>
          <a:p>
            <a:pPr marL="38100">
              <a:spcBef>
                <a:spcPts val="1065"/>
              </a:spcBef>
            </a:pPr>
            <a:r>
              <a:rPr sz="1600" spc="-120" smtClean="0">
                <a:solidFill>
                  <a:srgbClr val="0000CC"/>
                </a:solidFill>
                <a:latin typeface="Verdana"/>
                <a:cs typeface="Verdana"/>
              </a:rPr>
              <a:t>Singular</a:t>
            </a:r>
            <a:r>
              <a:rPr dirty="0" sz="1600" spc="-120">
                <a:solidFill>
                  <a:srgbClr val="0000CC"/>
                </a:solidFill>
                <a:latin typeface="Verdana"/>
                <a:cs typeface="Verdana"/>
              </a:rPr>
              <a:t>: </a:t>
            </a:r>
            <a:r>
              <a:rPr dirty="0" sz="1600" spc="-110">
                <a:latin typeface="Verdana"/>
                <a:cs typeface="Verdana"/>
              </a:rPr>
              <a:t>S+helping </a:t>
            </a:r>
            <a:r>
              <a:rPr dirty="0" sz="1600" spc="-130">
                <a:latin typeface="Verdana"/>
                <a:cs typeface="Verdana"/>
              </a:rPr>
              <a:t>verb(did)+</a:t>
            </a:r>
            <a:r>
              <a:rPr sz="1600" spc="-130">
                <a:latin typeface="Verdana"/>
                <a:cs typeface="Verdana"/>
              </a:rPr>
              <a:t>not+1</a:t>
            </a:r>
            <a:r>
              <a:rPr baseline="26455" sz="1575" spc="-195">
                <a:latin typeface="Verdana"/>
                <a:cs typeface="Verdana"/>
              </a:rPr>
              <a:t>st </a:t>
            </a:r>
            <a:r>
              <a:rPr sz="1600" spc="-90" smtClean="0">
                <a:latin typeface="Verdana"/>
                <a:cs typeface="Verdana"/>
              </a:rPr>
              <a:t>form</a:t>
            </a:r>
            <a:r>
              <a:rPr sz="1600" spc="-95" smtClean="0">
                <a:latin typeface="Verdana"/>
                <a:cs typeface="Verdana"/>
              </a:rPr>
              <a:t>verb+O</a:t>
            </a:r>
            <a:endParaRPr sz="1600">
              <a:latin typeface="Verdana"/>
              <a:cs typeface="Verdana"/>
            </a:endParaRPr>
          </a:p>
          <a:p>
            <a:pPr indent="60325" marL="38100" marR="762635">
              <a:spcBef>
                <a:spcPts val="5"/>
              </a:spcBef>
            </a:pPr>
            <a:r>
              <a:rPr sz="1600" spc="-120" smtClean="0">
                <a:solidFill>
                  <a:srgbClr val="006600"/>
                </a:solidFill>
                <a:latin typeface="Verdana"/>
                <a:cs typeface="Verdana"/>
              </a:rPr>
              <a:t>Plural</a:t>
            </a:r>
            <a:r>
              <a:rPr dirty="0" sz="1600" spc="-120">
                <a:solidFill>
                  <a:srgbClr val="006600"/>
                </a:solidFill>
                <a:latin typeface="Verdana"/>
                <a:cs typeface="Verdana"/>
              </a:rPr>
              <a:t>: </a:t>
            </a:r>
            <a:r>
              <a:rPr dirty="0" sz="1600" spc="-110">
                <a:latin typeface="Verdana"/>
                <a:cs typeface="Verdana"/>
              </a:rPr>
              <a:t>S+helping </a:t>
            </a:r>
            <a:r>
              <a:rPr dirty="0" sz="1600" spc="-130">
                <a:latin typeface="Verdana"/>
                <a:cs typeface="Verdana"/>
              </a:rPr>
              <a:t>verb(did)+not+1</a:t>
            </a:r>
            <a:r>
              <a:rPr baseline="26455" dirty="0" sz="1575" spc="-195">
                <a:latin typeface="Verdana"/>
                <a:cs typeface="Verdana"/>
              </a:rPr>
              <a:t>st </a:t>
            </a:r>
            <a:r>
              <a:rPr sz="1600" spc="-90">
                <a:latin typeface="Verdana"/>
                <a:cs typeface="Verdana"/>
              </a:rPr>
              <a:t>form </a:t>
            </a:r>
            <a:r>
              <a:rPr sz="1600" spc="-95" smtClean="0">
                <a:latin typeface="Verdana"/>
                <a:cs typeface="Verdana"/>
              </a:rPr>
              <a:t>verb+O</a:t>
            </a:r>
            <a:endParaRPr dirty="0" sz="1600" lang="en-US" spc="-95" smtClean="0">
              <a:latin typeface="Verdana"/>
              <a:cs typeface="Verdana"/>
            </a:endParaRPr>
          </a:p>
          <a:p>
            <a:pPr indent="60325" marL="38100" marR="762635">
              <a:spcBef>
                <a:spcPts val="5"/>
              </a:spcBef>
            </a:pPr>
            <a:r>
              <a:rPr dirty="0" sz="1600" lang="en-US" spc="-95" smtClean="0">
                <a:latin typeface="Verdana"/>
                <a:cs typeface="Verdana"/>
              </a:rPr>
              <a:t>EX.1 They did not tell him yesterday.</a:t>
            </a:r>
            <a:endParaRPr sz="16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415"/>
              </a:spcBef>
            </a:pPr>
            <a:endParaRPr dirty="0" sz="1600" lang="en-US" spc="-5" smtClean="0">
              <a:solidFill>
                <a:srgbClr val="AF810C"/>
              </a:solidFill>
              <a:latin typeface="Arial Black"/>
              <a:cs typeface="Arial Black"/>
            </a:endParaRPr>
          </a:p>
          <a:p>
            <a:pPr marL="38100">
              <a:lnSpc>
                <a:spcPct val="100000"/>
              </a:lnSpc>
              <a:spcBef>
                <a:spcPts val="1415"/>
              </a:spcBef>
            </a:pPr>
            <a:r>
              <a:rPr sz="1600" spc="-5" smtClean="0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sz="1600" spc="-10" smtClean="0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1600" spc="-5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1600">
              <a:latin typeface="Arial Black"/>
              <a:cs typeface="Arial Black"/>
            </a:endParaRPr>
          </a:p>
          <a:p>
            <a:pPr indent="-60960" marL="98425" marR="30480">
              <a:lnSpc>
                <a:spcPts val="3350"/>
              </a:lnSpc>
              <a:spcBef>
                <a:spcPts val="335"/>
              </a:spcBef>
            </a:pPr>
            <a:r>
              <a:rPr dirty="0" sz="1600" spc="-105">
                <a:solidFill>
                  <a:srgbClr val="0000CC"/>
                </a:solidFill>
                <a:latin typeface="Verdana"/>
                <a:cs typeface="Verdana"/>
              </a:rPr>
              <a:t>Singular </a:t>
            </a:r>
            <a:r>
              <a:rPr dirty="0" sz="1600" spc="-110">
                <a:solidFill>
                  <a:srgbClr val="0000CC"/>
                </a:solidFill>
                <a:latin typeface="Verdana"/>
                <a:cs typeface="Verdana"/>
              </a:rPr>
              <a:t>:</a:t>
            </a:r>
            <a:r>
              <a:rPr dirty="0" sz="1600" spc="-110">
                <a:latin typeface="Verdana"/>
                <a:cs typeface="Verdana"/>
              </a:rPr>
              <a:t>helping </a:t>
            </a:r>
            <a:r>
              <a:rPr dirty="0" sz="1600" spc="-155">
                <a:latin typeface="Verdana"/>
                <a:cs typeface="Verdana"/>
              </a:rPr>
              <a:t>verb(did)++S+1</a:t>
            </a:r>
            <a:r>
              <a:rPr baseline="26455" dirty="0" sz="1575" spc="-232">
                <a:latin typeface="Verdana"/>
                <a:cs typeface="Verdana"/>
              </a:rPr>
              <a:t>st </a:t>
            </a:r>
            <a:r>
              <a:rPr dirty="0" sz="1600" spc="-90">
                <a:latin typeface="Verdana"/>
                <a:cs typeface="Verdana"/>
              </a:rPr>
              <a:t>form </a:t>
            </a:r>
            <a:r>
              <a:rPr dirty="0" sz="1600" spc="-70">
                <a:latin typeface="Verdana"/>
                <a:cs typeface="Verdana"/>
              </a:rPr>
              <a:t>of </a:t>
            </a:r>
            <a:r>
              <a:rPr dirty="0" sz="1600" spc="-100">
                <a:latin typeface="Verdana"/>
                <a:cs typeface="Verdana"/>
              </a:rPr>
              <a:t>verb+O?  </a:t>
            </a:r>
            <a:r>
              <a:rPr dirty="0" sz="1600" spc="-120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600" spc="-70">
                <a:latin typeface="Verdana"/>
                <a:cs typeface="Verdana"/>
              </a:rPr>
              <a:t>Helping </a:t>
            </a:r>
            <a:r>
              <a:rPr dirty="0" sz="1600" spc="-155">
                <a:latin typeface="Verdana"/>
                <a:cs typeface="Verdana"/>
              </a:rPr>
              <a:t>verb(Did)+S+1</a:t>
            </a:r>
            <a:r>
              <a:rPr baseline="26455" dirty="0" sz="1575" spc="-232">
                <a:latin typeface="Verdana"/>
                <a:cs typeface="Verdana"/>
              </a:rPr>
              <a:t>st </a:t>
            </a:r>
            <a:r>
              <a:rPr dirty="0" sz="1600" spc="-90">
                <a:latin typeface="Verdana"/>
                <a:cs typeface="Verdana"/>
              </a:rPr>
              <a:t>form </a:t>
            </a:r>
            <a:r>
              <a:rPr dirty="0" sz="1600" spc="-70">
                <a:latin typeface="Verdana"/>
                <a:cs typeface="Verdana"/>
              </a:rPr>
              <a:t>of</a:t>
            </a:r>
            <a:r>
              <a:rPr dirty="0" sz="1600" spc="-15">
                <a:latin typeface="Verdana"/>
                <a:cs typeface="Verdana"/>
              </a:rPr>
              <a:t> </a:t>
            </a:r>
            <a:r>
              <a:rPr sz="1600" spc="-100">
                <a:latin typeface="Verdana"/>
                <a:cs typeface="Verdana"/>
              </a:rPr>
              <a:t>verb+O</a:t>
            </a:r>
            <a:r>
              <a:rPr sz="1600" spc="-100" smtClean="0">
                <a:latin typeface="Verdana"/>
                <a:cs typeface="Verdana"/>
              </a:rPr>
              <a:t>?</a:t>
            </a:r>
            <a:endParaRPr dirty="0" sz="1600" lang="en-US" spc="-100" smtClean="0">
              <a:latin typeface="Verdana"/>
              <a:cs typeface="Verdana"/>
            </a:endParaRPr>
          </a:p>
          <a:p>
            <a:pPr indent="-60960" marL="98425" marR="30480">
              <a:lnSpc>
                <a:spcPts val="3350"/>
              </a:lnSpc>
              <a:spcBef>
                <a:spcPts val="335"/>
              </a:spcBef>
            </a:pPr>
            <a:r>
              <a:rPr dirty="0" sz="1600" lang="en-US" spc="-100" smtClean="0">
                <a:latin typeface="Verdana"/>
                <a:cs typeface="Verdana"/>
              </a:rPr>
              <a:t>Did they tell him yesterday?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48708" name="object 15"/>
          <p:cNvSpPr txBox="1"/>
          <p:nvPr/>
        </p:nvSpPr>
        <p:spPr>
          <a:xfrm>
            <a:off x="6382258" y="1645691"/>
            <a:ext cx="5123942" cy="5385833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41910">
              <a:lnSpc>
                <a:spcPct val="100000"/>
              </a:lnSpc>
              <a:spcBef>
                <a:spcPts val="130"/>
              </a:spcBef>
            </a:pPr>
            <a:r>
              <a:rPr dirty="0" sz="2500" i="1" spc="-80">
                <a:solidFill>
                  <a:srgbClr val="00AF50"/>
                </a:solidFill>
                <a:latin typeface="Arial Black"/>
                <a:cs typeface="Arial Black"/>
              </a:rPr>
              <a:t>Passive</a:t>
            </a:r>
            <a:r>
              <a:rPr dirty="0" sz="2500" i="1" spc="-40">
                <a:solidFill>
                  <a:srgbClr val="00AF50"/>
                </a:solidFill>
                <a:latin typeface="Arial Black"/>
                <a:cs typeface="Arial Black"/>
              </a:rPr>
              <a:t> </a:t>
            </a:r>
            <a:r>
              <a:rPr dirty="0" sz="2500" i="1" spc="-75">
                <a:solidFill>
                  <a:srgbClr val="00AF5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marL="38100">
              <a:lnSpc>
                <a:spcPct val="100000"/>
              </a:lnSpc>
              <a:spcBef>
                <a:spcPts val="1245"/>
              </a:spcBef>
            </a:pPr>
            <a:r>
              <a:rPr dirty="0" sz="1700">
                <a:solidFill>
                  <a:srgbClr val="C32CBB"/>
                </a:solidFill>
                <a:latin typeface="Arial Black"/>
                <a:cs typeface="Arial Black"/>
              </a:rPr>
              <a:t>Affirmative</a:t>
            </a:r>
            <a:r>
              <a:rPr dirty="0" sz="1700" spc="-25">
                <a:solidFill>
                  <a:srgbClr val="C32CBB"/>
                </a:solidFill>
                <a:latin typeface="Arial Black"/>
                <a:cs typeface="Arial Black"/>
              </a:rPr>
              <a:t> </a:t>
            </a:r>
            <a:r>
              <a:rPr dirty="0" sz="1700">
                <a:solidFill>
                  <a:srgbClr val="C32CBB"/>
                </a:solidFill>
                <a:latin typeface="Arial Black"/>
                <a:cs typeface="Arial Black"/>
              </a:rPr>
              <a:t>Sentence</a:t>
            </a:r>
            <a:endParaRPr sz="1700">
              <a:latin typeface="Arial Black"/>
              <a:cs typeface="Arial Black"/>
            </a:endParaRPr>
          </a:p>
          <a:p>
            <a:pPr marL="38100" marR="324485">
              <a:spcBef>
                <a:spcPts val="340"/>
              </a:spcBef>
            </a:pPr>
            <a:r>
              <a:rPr dirty="0" sz="1700" spc="-110">
                <a:solidFill>
                  <a:srgbClr val="0000CC"/>
                </a:solidFill>
                <a:latin typeface="Verdana"/>
                <a:cs typeface="Verdana"/>
              </a:rPr>
              <a:t>Singular </a:t>
            </a:r>
            <a:r>
              <a:rPr dirty="0" sz="1700" spc="-135">
                <a:solidFill>
                  <a:srgbClr val="0000CC"/>
                </a:solidFill>
                <a:latin typeface="Verdana"/>
                <a:cs typeface="Verdana"/>
              </a:rPr>
              <a:t>:</a:t>
            </a:r>
            <a:r>
              <a:rPr dirty="0" sz="1700" spc="-135">
                <a:latin typeface="Verdana"/>
                <a:cs typeface="Verdana"/>
              </a:rPr>
              <a:t>S+helping </a:t>
            </a:r>
            <a:r>
              <a:rPr dirty="0" sz="1700" spc="-145">
                <a:latin typeface="Verdana"/>
                <a:cs typeface="Verdana"/>
              </a:rPr>
              <a:t>verb(Was)+V </a:t>
            </a:r>
            <a:r>
              <a:rPr dirty="0" sz="1700" spc="-75">
                <a:latin typeface="Verdana"/>
                <a:cs typeface="Verdana"/>
              </a:rPr>
              <a:t>3</a:t>
            </a:r>
            <a:r>
              <a:rPr baseline="25252" dirty="0" sz="1650" spc="-112">
                <a:latin typeface="Verdana"/>
                <a:cs typeface="Verdana"/>
              </a:rPr>
              <a:t>rd </a:t>
            </a:r>
            <a:r>
              <a:rPr dirty="0" sz="1700" spc="-110">
                <a:latin typeface="Verdana"/>
                <a:cs typeface="Verdana"/>
              </a:rPr>
              <a:t>+by+O  </a:t>
            </a:r>
            <a:r>
              <a:rPr dirty="0" sz="1700" spc="-125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700" spc="-110">
                <a:latin typeface="Verdana"/>
                <a:cs typeface="Verdana"/>
              </a:rPr>
              <a:t>S+helping </a:t>
            </a:r>
            <a:r>
              <a:rPr dirty="0" sz="1700" spc="-135">
                <a:latin typeface="Verdana"/>
                <a:cs typeface="Verdana"/>
              </a:rPr>
              <a:t>verb(Were)+V </a:t>
            </a:r>
            <a:r>
              <a:rPr sz="1700" spc="-95">
                <a:latin typeface="Verdana"/>
                <a:cs typeface="Verdana"/>
              </a:rPr>
              <a:t>3</a:t>
            </a:r>
            <a:r>
              <a:rPr baseline="25252" sz="1650" spc="-142">
                <a:latin typeface="Verdana"/>
                <a:cs typeface="Verdana"/>
              </a:rPr>
              <a:t>rd</a:t>
            </a:r>
            <a:r>
              <a:rPr sz="1700" spc="-95">
                <a:latin typeface="Verdana"/>
                <a:cs typeface="Verdana"/>
              </a:rPr>
              <a:t>+by+O  </a:t>
            </a:r>
            <a:endParaRPr dirty="0" sz="1700" lang="en-US" spc="-95" smtClean="0">
              <a:latin typeface="Verdana"/>
              <a:cs typeface="Verdana"/>
            </a:endParaRPr>
          </a:p>
          <a:p>
            <a:pPr marL="38100" marR="324485">
              <a:spcBef>
                <a:spcPts val="340"/>
              </a:spcBef>
            </a:pPr>
            <a:r>
              <a:rPr dirty="0" sz="1700" lang="en-US" spc="-95" smtClean="0">
                <a:solidFill>
                  <a:srgbClr val="2D75B6"/>
                </a:solidFill>
                <a:latin typeface="Verdana"/>
                <a:cs typeface="Verdana"/>
              </a:rPr>
              <a:t>EX.1 He was told by them yesterday.</a:t>
            </a:r>
          </a:p>
          <a:p>
            <a:pPr marL="38100" marR="324485">
              <a:spcBef>
                <a:spcPts val="340"/>
              </a:spcBef>
            </a:pPr>
            <a:r>
              <a:rPr sz="1700" spc="-5" smtClean="0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sz="1700" spc="-45" smtClean="0">
                <a:solidFill>
                  <a:srgbClr val="2D75B6"/>
                </a:solidFill>
                <a:latin typeface="Arial Black"/>
                <a:cs typeface="Arial Black"/>
              </a:rPr>
              <a:t> </a:t>
            </a:r>
            <a:r>
              <a:rPr sz="1700" smtClean="0">
                <a:solidFill>
                  <a:srgbClr val="2D75B6"/>
                </a:solidFill>
                <a:latin typeface="Arial Black"/>
                <a:cs typeface="Arial Black"/>
              </a:rPr>
              <a:t>Sen</a:t>
            </a:r>
            <a:r>
              <a:rPr dirty="0" sz="1700" lang="en-US" err="1" smtClean="0">
                <a:solidFill>
                  <a:srgbClr val="2D75B6"/>
                </a:solidFill>
                <a:latin typeface="Arial Black"/>
                <a:cs typeface="Arial Black"/>
              </a:rPr>
              <a:t>tence</a:t>
            </a:r>
            <a:endParaRPr sz="1700">
              <a:latin typeface="Arial Black"/>
              <a:cs typeface="Arial Black"/>
            </a:endParaRPr>
          </a:p>
          <a:p>
            <a:pPr marL="38100">
              <a:spcBef>
                <a:spcPts val="1050"/>
              </a:spcBef>
            </a:pPr>
            <a:r>
              <a:rPr dirty="0" sz="1700" spc="-125">
                <a:solidFill>
                  <a:srgbClr val="0000CC"/>
                </a:solidFill>
                <a:latin typeface="Verdana"/>
                <a:cs typeface="Verdana"/>
              </a:rPr>
              <a:t>Singular: </a:t>
            </a:r>
            <a:r>
              <a:rPr dirty="0" sz="1700" spc="-110">
                <a:latin typeface="Verdana"/>
                <a:cs typeface="Verdana"/>
              </a:rPr>
              <a:t>S+helping </a:t>
            </a:r>
            <a:r>
              <a:rPr dirty="0" sz="1700" spc="-145">
                <a:latin typeface="Verdana"/>
                <a:cs typeface="Verdana"/>
              </a:rPr>
              <a:t>verb(was)+not</a:t>
            </a:r>
            <a:r>
              <a:rPr sz="1700" spc="-145">
                <a:latin typeface="Verdana"/>
                <a:cs typeface="Verdana"/>
              </a:rPr>
              <a:t>++</a:t>
            </a:r>
            <a:r>
              <a:rPr sz="1700" spc="-145" smtClean="0">
                <a:latin typeface="Verdana"/>
                <a:cs typeface="Verdana"/>
              </a:rPr>
              <a:t>V</a:t>
            </a:r>
            <a:r>
              <a:rPr sz="1700" spc="-125" smtClean="0">
                <a:latin typeface="Verdana"/>
                <a:cs typeface="Verdana"/>
              </a:rPr>
              <a:t> </a:t>
            </a:r>
            <a:r>
              <a:rPr sz="1700" spc="-85" smtClean="0">
                <a:latin typeface="Verdana"/>
                <a:cs typeface="Verdana"/>
              </a:rPr>
              <a:t>3</a:t>
            </a:r>
            <a:r>
              <a:rPr baseline="25252" sz="1650" spc="-127" smtClean="0">
                <a:latin typeface="Verdana"/>
                <a:cs typeface="Verdana"/>
              </a:rPr>
              <a:t>rd</a:t>
            </a:r>
            <a:r>
              <a:rPr sz="1700" spc="-110" smtClean="0">
                <a:latin typeface="Verdana"/>
                <a:cs typeface="Verdana"/>
              </a:rPr>
              <a:t>+by+O</a:t>
            </a:r>
            <a:endParaRPr dirty="0" sz="1700" lang="en-US" spc="-110" smtClean="0">
              <a:latin typeface="Verdana"/>
              <a:cs typeface="Verdana"/>
            </a:endParaRPr>
          </a:p>
          <a:p>
            <a:pPr marL="38100">
              <a:spcBef>
                <a:spcPts val="1050"/>
              </a:spcBef>
            </a:pPr>
            <a:r>
              <a:rPr sz="1700" spc="-125" smtClean="0">
                <a:solidFill>
                  <a:srgbClr val="006600"/>
                </a:solidFill>
                <a:latin typeface="Verdana"/>
                <a:cs typeface="Verdana"/>
              </a:rPr>
              <a:t>Plural</a:t>
            </a:r>
            <a:r>
              <a:rPr dirty="0" sz="1700" spc="-125">
                <a:solidFill>
                  <a:srgbClr val="006600"/>
                </a:solidFill>
                <a:latin typeface="Verdana"/>
                <a:cs typeface="Verdana"/>
              </a:rPr>
              <a:t>: </a:t>
            </a:r>
            <a:r>
              <a:rPr dirty="0" sz="1700" spc="-110">
                <a:latin typeface="Verdana"/>
                <a:cs typeface="Verdana"/>
              </a:rPr>
              <a:t>S+helping </a:t>
            </a:r>
            <a:r>
              <a:rPr dirty="0" sz="1700" spc="-135">
                <a:latin typeface="Verdana"/>
                <a:cs typeface="Verdana"/>
              </a:rPr>
              <a:t>verb(were)+</a:t>
            </a:r>
            <a:r>
              <a:rPr sz="1700" spc="-135">
                <a:latin typeface="Verdana"/>
                <a:cs typeface="Verdana"/>
              </a:rPr>
              <a:t>not+V</a:t>
            </a:r>
            <a:r>
              <a:rPr sz="1700" spc="-160">
                <a:latin typeface="Verdana"/>
                <a:cs typeface="Verdana"/>
              </a:rPr>
              <a:t> </a:t>
            </a:r>
            <a:r>
              <a:rPr sz="1700" spc="-95" smtClean="0">
                <a:latin typeface="Verdana"/>
                <a:cs typeface="Verdana"/>
              </a:rPr>
              <a:t>3</a:t>
            </a:r>
            <a:r>
              <a:rPr baseline="25252" sz="1650" spc="-142" smtClean="0">
                <a:latin typeface="Verdana"/>
                <a:cs typeface="Verdana"/>
              </a:rPr>
              <a:t>rd</a:t>
            </a:r>
            <a:r>
              <a:rPr sz="1700" spc="-95" smtClean="0">
                <a:latin typeface="Verdana"/>
                <a:cs typeface="Verdana"/>
              </a:rPr>
              <a:t>+by+O</a:t>
            </a:r>
            <a:endParaRPr dirty="0" sz="1700" lang="en-US" spc="-95" smtClean="0">
              <a:latin typeface="Verdana"/>
              <a:cs typeface="Verdana"/>
            </a:endParaRPr>
          </a:p>
          <a:p>
            <a:pPr marL="38100">
              <a:spcBef>
                <a:spcPts val="1050"/>
              </a:spcBef>
            </a:pPr>
            <a:r>
              <a:rPr dirty="0" sz="1700" lang="en-US" spc="-95" smtClean="0">
                <a:latin typeface="Verdana"/>
                <a:cs typeface="Verdana"/>
              </a:rPr>
              <a:t>EX.1 He was not told by them yesterday.</a:t>
            </a:r>
            <a:endParaRPr sz="17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395"/>
              </a:spcBef>
            </a:pPr>
            <a:r>
              <a:rPr sz="1700" smtClean="0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sz="1700" spc="-50" smtClean="0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1700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1700">
              <a:latin typeface="Arial Black"/>
              <a:cs typeface="Arial Black"/>
            </a:endParaRPr>
          </a:p>
          <a:p>
            <a:pPr indent="-64135" marL="101600" marR="285750">
              <a:lnSpc>
                <a:spcPct val="168200"/>
              </a:lnSpc>
              <a:spcBef>
                <a:spcPts val="5"/>
              </a:spcBef>
            </a:pPr>
            <a:r>
              <a:rPr dirty="0" sz="1700" spc="-125">
                <a:solidFill>
                  <a:srgbClr val="0000CC"/>
                </a:solidFill>
                <a:latin typeface="Verdana"/>
                <a:cs typeface="Verdana"/>
              </a:rPr>
              <a:t>Singular: </a:t>
            </a:r>
            <a:r>
              <a:rPr dirty="0" sz="1700" spc="-110">
                <a:latin typeface="Verdana"/>
                <a:cs typeface="Verdana"/>
              </a:rPr>
              <a:t>S+helping </a:t>
            </a:r>
            <a:r>
              <a:rPr dirty="0" sz="1700" spc="-140">
                <a:latin typeface="Verdana"/>
                <a:cs typeface="Verdana"/>
              </a:rPr>
              <a:t>verb(was)+3</a:t>
            </a:r>
            <a:r>
              <a:rPr baseline="25252" dirty="0" sz="1650" spc="-209">
                <a:latin typeface="Verdana"/>
                <a:cs typeface="Verdana"/>
              </a:rPr>
              <a:t>rd </a:t>
            </a:r>
            <a:r>
              <a:rPr dirty="0" sz="1700" spc="-114">
                <a:latin typeface="Verdana"/>
                <a:cs typeface="Verdana"/>
              </a:rPr>
              <a:t>+by+O?  </a:t>
            </a:r>
            <a:r>
              <a:rPr dirty="0" sz="1700" spc="-100">
                <a:solidFill>
                  <a:srgbClr val="006600"/>
                </a:solidFill>
                <a:latin typeface="Verdana"/>
                <a:cs typeface="Verdana"/>
              </a:rPr>
              <a:t>Plural:</a:t>
            </a:r>
            <a:r>
              <a:rPr dirty="0" sz="1700" spc="-100">
                <a:latin typeface="Verdana"/>
                <a:cs typeface="Verdana"/>
              </a:rPr>
              <a:t>Helping </a:t>
            </a:r>
            <a:r>
              <a:rPr dirty="0" sz="1700" spc="-160">
                <a:latin typeface="Verdana"/>
                <a:cs typeface="Verdana"/>
              </a:rPr>
              <a:t>verb(were)++S+V</a:t>
            </a:r>
            <a:r>
              <a:rPr dirty="0" sz="1700" spc="-140">
                <a:latin typeface="Verdana"/>
                <a:cs typeface="Verdana"/>
              </a:rPr>
              <a:t> </a:t>
            </a:r>
            <a:r>
              <a:rPr sz="1700" spc="-100">
                <a:latin typeface="Verdana"/>
                <a:cs typeface="Verdana"/>
              </a:rPr>
              <a:t>3</a:t>
            </a:r>
            <a:r>
              <a:rPr baseline="25252" sz="1650" spc="-150">
                <a:latin typeface="Verdana"/>
                <a:cs typeface="Verdana"/>
              </a:rPr>
              <a:t>rd</a:t>
            </a:r>
            <a:r>
              <a:rPr sz="1700" spc="-100">
                <a:latin typeface="Verdana"/>
                <a:cs typeface="Verdana"/>
              </a:rPr>
              <a:t>+by+O</a:t>
            </a:r>
            <a:r>
              <a:rPr sz="1700" spc="-100" smtClean="0">
                <a:latin typeface="Verdana"/>
                <a:cs typeface="Verdana"/>
              </a:rPr>
              <a:t>?</a:t>
            </a:r>
            <a:endParaRPr dirty="0" sz="1700" lang="en-US" spc="-100" smtClean="0">
              <a:latin typeface="Verdana"/>
              <a:cs typeface="Verdana"/>
            </a:endParaRPr>
          </a:p>
          <a:p>
            <a:pPr indent="-64135" marL="101600" marR="285750">
              <a:lnSpc>
                <a:spcPct val="168200"/>
              </a:lnSpc>
              <a:spcBef>
                <a:spcPts val="5"/>
              </a:spcBef>
            </a:pPr>
            <a:r>
              <a:rPr dirty="0" sz="1700" lang="en-US" spc="-100" smtClean="0">
                <a:latin typeface="Verdana"/>
                <a:cs typeface="Verdana"/>
              </a:rPr>
              <a:t>EX. Was he told by them yesterday?</a:t>
            </a:r>
          </a:p>
          <a:p>
            <a:pPr indent="-64135" marL="101600" marR="285750">
              <a:lnSpc>
                <a:spcPct val="168200"/>
              </a:lnSpc>
              <a:spcBef>
                <a:spcPts val="5"/>
              </a:spcBef>
            </a:pP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7"/>
                                        <p:tgtEl>
                                          <p:spTgt spid="1048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8"/>
                                        <p:tgtEl>
                                          <p:spTgt spid="1048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1"/>
                                        <p:tgtEl>
                                          <p:spTgt spid="1048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2"/>
                                        <p:tgtEl>
                                          <p:spTgt spid="1048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>
                      <p:stCondLst>
                        <p:cond delay="indefinite"/>
                      </p:stCondLst>
                      <p:childTnLst>
                        <p:par>
                          <p:cTn fill="hold" id="24">
                            <p:stCondLst>
                              <p:cond delay="0"/>
                            </p:stCondLst>
                            <p:childTnLst>
                              <p:par>
                                <p:cTn fill="hold" id="2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7"/>
                                        <p:tgtEl>
                                          <p:spTgt spid="1048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8"/>
                                        <p:tgtEl>
                                          <p:spTgt spid="1048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048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2"/>
                                        <p:tgtEl>
                                          <p:spTgt spid="1048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5"/>
                                        <p:tgtEl>
                                          <p:spTgt spid="1048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6"/>
                                        <p:tgtEl>
                                          <p:spTgt spid="1048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7">
                      <p:stCondLst>
                        <p:cond delay="indefinite"/>
                      </p:stCondLst>
                      <p:childTnLst>
                        <p:par>
                          <p:cTn fill="hold" id="38">
                            <p:stCondLst>
                              <p:cond delay="0"/>
                            </p:stCondLst>
                            <p:childTnLst>
                              <p:par>
                                <p:cTn fill="hold" id="3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1"/>
                                        <p:tgtEl>
                                          <p:spTgt spid="1048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2"/>
                                        <p:tgtEl>
                                          <p:spTgt spid="1048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3">
                      <p:stCondLst>
                        <p:cond delay="indefinite"/>
                      </p:stCondLst>
                      <p:childTnLst>
                        <p:par>
                          <p:cTn fill="hold" id="44">
                            <p:stCondLst>
                              <p:cond delay="0"/>
                            </p:stCondLst>
                            <p:childTnLst>
                              <p:par>
                                <p:cTn fill="hold" id="4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7"/>
                                        <p:tgtEl>
                                          <p:spTgt spid="1048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8"/>
                                        <p:tgtEl>
                                          <p:spTgt spid="1048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9">
                      <p:stCondLst>
                        <p:cond delay="indefinite"/>
                      </p:stCondLst>
                      <p:childTnLst>
                        <p:par>
                          <p:cTn fill="hold" id="50">
                            <p:stCondLst>
                              <p:cond delay="0"/>
                            </p:stCondLst>
                            <p:childTnLst>
                              <p:par>
                                <p:cTn fill="hold" id="5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3"/>
                                        <p:tgtEl>
                                          <p:spTgt spid="1048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4"/>
                                        <p:tgtEl>
                                          <p:spTgt spid="1048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7"/>
                                        <p:tgtEl>
                                          <p:spTgt spid="1048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8"/>
                                        <p:tgtEl>
                                          <p:spTgt spid="1048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1"/>
                                        <p:tgtEl>
                                          <p:spTgt spid="1048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2"/>
                                        <p:tgtEl>
                                          <p:spTgt spid="1048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3">
                      <p:stCondLst>
                        <p:cond delay="indefinite"/>
                      </p:stCondLst>
                      <p:childTnLst>
                        <p:par>
                          <p:cTn fill="hold" id="64">
                            <p:stCondLst>
                              <p:cond delay="0"/>
                            </p:stCondLst>
                            <p:childTnLst>
                              <p:par>
                                <p:cTn fill="hold" id="6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7"/>
                                        <p:tgtEl>
                                          <p:spTgt spid="1048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8"/>
                                        <p:tgtEl>
                                          <p:spTgt spid="1048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9">
                      <p:stCondLst>
                        <p:cond delay="indefinite"/>
                      </p:stCondLst>
                      <p:childTnLst>
                        <p:par>
                          <p:cTn fill="hold" id="70">
                            <p:stCondLst>
                              <p:cond delay="0"/>
                            </p:stCondLst>
                            <p:childTnLst>
                              <p:par>
                                <p:cTn fill="hold" id="7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3"/>
                                        <p:tgtEl>
                                          <p:spTgt spid="1048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4"/>
                                        <p:tgtEl>
                                          <p:spTgt spid="1048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7"/>
                                        <p:tgtEl>
                                          <p:spTgt spid="1048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8"/>
                                        <p:tgtEl>
                                          <p:spTgt spid="1048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9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81"/>
                                        <p:tgtEl>
                                          <p:spTgt spid="1048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2"/>
                                        <p:tgtEl>
                                          <p:spTgt spid="1048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3">
                      <p:stCondLst>
                        <p:cond delay="indefinite"/>
                      </p:stCondLst>
                      <p:childTnLst>
                        <p:par>
                          <p:cTn fill="hold" id="84">
                            <p:stCondLst>
                              <p:cond delay="0"/>
                            </p:stCondLst>
                            <p:childTnLst>
                              <p:par>
                                <p:cTn fill="hold" id="8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87"/>
                                        <p:tgtEl>
                                          <p:spTgt spid="1048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8"/>
                                        <p:tgtEl>
                                          <p:spTgt spid="1048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9">
                      <p:stCondLst>
                        <p:cond delay="indefinite"/>
                      </p:stCondLst>
                      <p:childTnLst>
                        <p:par>
                          <p:cTn fill="hold" id="90">
                            <p:stCondLst>
                              <p:cond delay="0"/>
                            </p:stCondLst>
                            <p:childTnLst>
                              <p:par>
                                <p:cTn fill="hold" id="9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93"/>
                                        <p:tgtEl>
                                          <p:spTgt spid="1048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94"/>
                                        <p:tgtEl>
                                          <p:spTgt spid="1048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97"/>
                                        <p:tgtEl>
                                          <p:spTgt spid="1048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98"/>
                                        <p:tgtEl>
                                          <p:spTgt spid="1048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9">
                      <p:stCondLst>
                        <p:cond delay="indefinite"/>
                      </p:stCondLst>
                      <p:childTnLst>
                        <p:par>
                          <p:cTn fill="hold" id="100">
                            <p:stCondLst>
                              <p:cond delay="0"/>
                            </p:stCondLst>
                            <p:childTnLst>
                              <p:par>
                                <p:cTn fill="hold" id="10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03"/>
                                        <p:tgtEl>
                                          <p:spTgt spid="10487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04"/>
                                        <p:tgtEl>
                                          <p:spTgt spid="10487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5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07"/>
                                        <p:tgtEl>
                                          <p:spTgt spid="10487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08"/>
                                        <p:tgtEl>
                                          <p:spTgt spid="10487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9">
                      <p:stCondLst>
                        <p:cond delay="indefinite"/>
                      </p:stCondLst>
                      <p:childTnLst>
                        <p:par>
                          <p:cTn fill="hold" id="110">
                            <p:stCondLst>
                              <p:cond delay="0"/>
                            </p:stCondLst>
                            <p:childTnLst>
                              <p:par>
                                <p:cTn fill="hold" id="1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3"/>
                                        <p:tgtEl>
                                          <p:spTgt spid="10487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14"/>
                                        <p:tgtEl>
                                          <p:spTgt spid="10487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5">
                      <p:stCondLst>
                        <p:cond delay="indefinite"/>
                      </p:stCondLst>
                      <p:childTnLst>
                        <p:par>
                          <p:cTn fill="hold" id="116">
                            <p:stCondLst>
                              <p:cond delay="0"/>
                            </p:stCondLst>
                            <p:childTnLst>
                              <p:par>
                                <p:cTn fill="hold" id="1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19"/>
                                        <p:tgtEl>
                                          <p:spTgt spid="10487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20"/>
                                        <p:tgtEl>
                                          <p:spTgt spid="10487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0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object 9"/>
          <p:cNvSpPr txBox="1">
            <a:spLocks noGrp="1"/>
          </p:cNvSpPr>
          <p:nvPr>
            <p:ph type="title"/>
          </p:nvPr>
        </p:nvSpPr>
        <p:spPr>
          <a:xfrm>
            <a:off x="3124200" y="444245"/>
            <a:ext cx="3974210" cy="690574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lang="en-US" smtClean="0">
                <a:latin typeface="Trebuchet MS"/>
                <a:cs typeface="Trebuchet MS"/>
              </a:rPr>
              <a:t>Simple past</a:t>
            </a:r>
            <a:endParaRPr sz="4400">
              <a:latin typeface="Trebuchet MS"/>
              <a:cs typeface="Trebuchet MS"/>
            </a:endParaRPr>
          </a:p>
        </p:txBody>
      </p:sp>
      <p:grpSp>
        <p:nvGrpSpPr>
          <p:cNvPr id="84" name="object 10"/>
          <p:cNvGrpSpPr/>
          <p:nvPr/>
        </p:nvGrpSpPr>
        <p:grpSpPr>
          <a:xfrm>
            <a:off x="6989064" y="632841"/>
            <a:ext cx="1612900" cy="487680"/>
            <a:chOff x="6989064" y="632841"/>
            <a:chExt cx="1612900" cy="487680"/>
          </a:xfrm>
        </p:grpSpPr>
        <p:sp>
          <p:nvSpPr>
            <p:cNvPr id="1048710" name="object 11"/>
            <p:cNvSpPr/>
            <p:nvPr/>
          </p:nvSpPr>
          <p:spPr>
            <a:xfrm>
              <a:off x="6989064" y="932688"/>
              <a:ext cx="1572768" cy="187451"/>
            </a:xfrm>
            <a:prstGeom prst="rect"/>
            <a:blipFill>
              <a:blip xmlns:r="http://schemas.openxmlformats.org/officeDocument/2006/relationships" r:embed="rId1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711" name="object 12"/>
            <p:cNvSpPr/>
            <p:nvPr/>
          </p:nvSpPr>
          <p:spPr>
            <a:xfrm>
              <a:off x="7240143" y="632841"/>
              <a:ext cx="1361694" cy="391668"/>
            </a:xfrm>
            <a:prstGeom prst="rect"/>
            <a:blipFill>
              <a:blip xmlns:r="http://schemas.openxmlformats.org/officeDocument/2006/relationships" r:embed="rId2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</p:grpSp>
      <p:sp>
        <p:nvSpPr>
          <p:cNvPr id="1048712" name="object 13"/>
          <p:cNvSpPr txBox="1"/>
          <p:nvPr/>
        </p:nvSpPr>
        <p:spPr>
          <a:xfrm>
            <a:off x="793495" y="1475904"/>
            <a:ext cx="3538220" cy="3719069"/>
          </a:xfrm>
          <a:prstGeom prst="rect"/>
        </p:spPr>
        <p:txBody>
          <a:bodyPr bIns="0" lIns="0" rIns="0" rtlCol="0" tIns="186055" vert="horz" wrap="square">
            <a:spAutoFit/>
          </a:bodyPr>
          <a:p>
            <a:pPr marL="449580">
              <a:lnSpc>
                <a:spcPct val="100000"/>
              </a:lnSpc>
              <a:spcBef>
                <a:spcPts val="1465"/>
              </a:spcBef>
            </a:pPr>
            <a:r>
              <a:rPr dirty="0" sz="2500" i="1" spc="-70">
                <a:solidFill>
                  <a:srgbClr val="D6D200"/>
                </a:solidFill>
                <a:latin typeface="Arial Black"/>
                <a:cs typeface="Arial Black"/>
              </a:rPr>
              <a:t>Active </a:t>
            </a:r>
            <a:r>
              <a:rPr dirty="0" sz="2500" i="1" spc="-75">
                <a:solidFill>
                  <a:srgbClr val="D6D20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indent="-304800" marL="317500">
              <a:lnSpc>
                <a:spcPct val="100000"/>
              </a:lnSpc>
              <a:spcBef>
                <a:spcPts val="1070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b="1" dirty="0" sz="2000" spc="10">
                <a:solidFill>
                  <a:srgbClr val="C32CBB"/>
                </a:solidFill>
                <a:latin typeface="Trebuchet MS"/>
                <a:cs typeface="Trebuchet MS"/>
              </a:rPr>
              <a:t>Affirmative</a:t>
            </a:r>
            <a:r>
              <a:rPr b="1" dirty="0" sz="2000" spc="-60">
                <a:solidFill>
                  <a:srgbClr val="C32CBB"/>
                </a:solidFill>
                <a:latin typeface="Trebuchet MS"/>
                <a:cs typeface="Trebuchet MS"/>
              </a:rPr>
              <a:t> </a:t>
            </a:r>
            <a:r>
              <a:rPr b="1" dirty="0" sz="2000" spc="-15">
                <a:solidFill>
                  <a:srgbClr val="C32CBB"/>
                </a:solidFill>
                <a:latin typeface="Trebuchet MS"/>
                <a:cs typeface="Trebuchet MS"/>
              </a:rPr>
              <a:t>Sentence</a:t>
            </a:r>
            <a:endParaRPr sz="2000">
              <a:latin typeface="Trebuchet MS"/>
              <a:cs typeface="Trebuchet MS"/>
            </a:endParaRPr>
          </a:p>
          <a:p>
            <a:pPr marL="321945">
              <a:lnSpc>
                <a:spcPct val="100000"/>
              </a:lnSpc>
              <a:spcBef>
                <a:spcPts val="1964"/>
              </a:spcBef>
            </a:pPr>
            <a:r>
              <a:rPr dirty="0" sz="2000" spc="-5">
                <a:latin typeface="Georgia"/>
                <a:cs typeface="Georgia"/>
              </a:rPr>
              <a:t>She </a:t>
            </a:r>
            <a:r>
              <a:rPr dirty="0" sz="2000">
                <a:latin typeface="Georgia"/>
                <a:cs typeface="Georgia"/>
              </a:rPr>
              <a:t>Wrote a</a:t>
            </a:r>
            <a:r>
              <a:rPr dirty="0" sz="2000" spc="-10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letter.</a:t>
            </a: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Georgia"/>
              <a:cs typeface="Georgia"/>
            </a:endParaRPr>
          </a:p>
          <a:p>
            <a:pPr indent="-304800" marL="317500">
              <a:lnSpc>
                <a:spcPct val="100000"/>
              </a:lnSpc>
              <a:spcBef>
                <a:spcPts val="5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sz="2000" spc="-10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sz="2000" spc="-5">
                <a:solidFill>
                  <a:srgbClr val="2D75B6"/>
                </a:solidFill>
                <a:latin typeface="Arial Black"/>
                <a:cs typeface="Arial Black"/>
              </a:rPr>
              <a:t> </a:t>
            </a:r>
            <a:r>
              <a:rPr sz="2000" spc="-5" smtClean="0">
                <a:solidFill>
                  <a:srgbClr val="2D75B6"/>
                </a:solidFill>
                <a:latin typeface="Arial Black"/>
                <a:cs typeface="Arial Black"/>
              </a:rPr>
              <a:t>Sen</a:t>
            </a:r>
            <a:r>
              <a:rPr dirty="0" sz="2000" lang="en-US" spc="-5" err="1" smtClean="0">
                <a:solidFill>
                  <a:srgbClr val="2D75B6"/>
                </a:solidFill>
                <a:latin typeface="Arial Black"/>
                <a:cs typeface="Arial Black"/>
              </a:rPr>
              <a:t>tence</a:t>
            </a:r>
            <a:endParaRPr sz="2000">
              <a:latin typeface="Arial Black"/>
              <a:cs typeface="Arial Black"/>
            </a:endParaRPr>
          </a:p>
          <a:p>
            <a:pPr marL="384175">
              <a:lnSpc>
                <a:spcPct val="100000"/>
              </a:lnSpc>
              <a:spcBef>
                <a:spcPts val="1490"/>
              </a:spcBef>
            </a:pPr>
            <a:r>
              <a:rPr dirty="0" sz="2000" spc="-5">
                <a:latin typeface="Georgia"/>
                <a:cs typeface="Georgia"/>
              </a:rPr>
              <a:t>She did </a:t>
            </a:r>
            <a:r>
              <a:rPr dirty="0" sz="2000">
                <a:latin typeface="Georgia"/>
                <a:cs typeface="Georgia"/>
              </a:rPr>
              <a:t>not </a:t>
            </a:r>
            <a:r>
              <a:rPr dirty="0" sz="2000" spc="-5">
                <a:latin typeface="Georgia"/>
                <a:cs typeface="Georgia"/>
              </a:rPr>
              <a:t>write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5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letter.</a:t>
            </a:r>
            <a:endParaRPr sz="2000">
              <a:latin typeface="Georgia"/>
              <a:cs typeface="Georgia"/>
            </a:endParaRPr>
          </a:p>
          <a:p>
            <a:pPr indent="-304800" marL="317500">
              <a:lnSpc>
                <a:spcPct val="100000"/>
              </a:lnSpc>
              <a:spcBef>
                <a:spcPts val="2060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dirty="0" sz="2000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dirty="0" sz="2000" spc="-70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2000" spc="-5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2000">
              <a:latin typeface="Arial Black"/>
              <a:cs typeface="Arial Black"/>
            </a:endParaRPr>
          </a:p>
          <a:p>
            <a:pPr marL="384175">
              <a:lnSpc>
                <a:spcPct val="100000"/>
              </a:lnSpc>
              <a:spcBef>
                <a:spcPts val="1800"/>
              </a:spcBef>
            </a:pPr>
            <a:r>
              <a:rPr dirty="0" sz="2000" spc="-5">
                <a:latin typeface="Georgia"/>
                <a:cs typeface="Georgia"/>
              </a:rPr>
              <a:t>Did She write </a:t>
            </a:r>
            <a:r>
              <a:rPr dirty="0" sz="2000">
                <a:latin typeface="Georgia"/>
                <a:cs typeface="Georgia"/>
              </a:rPr>
              <a:t>a </a:t>
            </a:r>
            <a:r>
              <a:rPr dirty="0" sz="2000" spc="-5">
                <a:latin typeface="Georgia"/>
                <a:cs typeface="Georgia"/>
              </a:rPr>
              <a:t>letter?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048713" name="object 14"/>
          <p:cNvSpPr txBox="1"/>
          <p:nvPr/>
        </p:nvSpPr>
        <p:spPr>
          <a:xfrm>
            <a:off x="7132701" y="1477828"/>
            <a:ext cx="3862704" cy="3736340"/>
          </a:xfrm>
          <a:prstGeom prst="rect"/>
        </p:spPr>
        <p:txBody>
          <a:bodyPr bIns="0" lIns="0" rIns="0" rtlCol="0" tIns="184150" vert="horz" wrap="square">
            <a:spAutoFit/>
          </a:bodyPr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2500" i="1" spc="-80">
                <a:solidFill>
                  <a:srgbClr val="00AF50"/>
                </a:solidFill>
                <a:latin typeface="Arial Black"/>
                <a:cs typeface="Arial Black"/>
              </a:rPr>
              <a:t>Passive</a:t>
            </a:r>
            <a:r>
              <a:rPr dirty="0" sz="2500" i="1" spc="-40">
                <a:solidFill>
                  <a:srgbClr val="00AF50"/>
                </a:solidFill>
                <a:latin typeface="Arial Black"/>
                <a:cs typeface="Arial Black"/>
              </a:rPr>
              <a:t> </a:t>
            </a:r>
            <a:r>
              <a:rPr dirty="0" sz="2500" i="1" spc="-75">
                <a:solidFill>
                  <a:srgbClr val="00AF5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indent="-306070" marL="379730">
              <a:lnSpc>
                <a:spcPct val="100000"/>
              </a:lnSpc>
              <a:spcBef>
                <a:spcPts val="1055"/>
              </a:spcBef>
              <a:buClr>
                <a:srgbClr val="385622"/>
              </a:buClr>
              <a:buFont typeface="Arial"/>
              <a:buChar char="•"/>
              <a:tabLst>
                <a:tab algn="l" pos="379730"/>
                <a:tab algn="l" pos="380365"/>
              </a:tabLst>
            </a:pPr>
            <a:r>
              <a:rPr b="1" dirty="0" sz="2000" spc="10">
                <a:solidFill>
                  <a:srgbClr val="C32CBB"/>
                </a:solidFill>
                <a:latin typeface="Trebuchet MS"/>
                <a:cs typeface="Trebuchet MS"/>
              </a:rPr>
              <a:t>Affirmative</a:t>
            </a:r>
            <a:r>
              <a:rPr b="1" dirty="0" sz="2000" spc="-55">
                <a:solidFill>
                  <a:srgbClr val="C32CBB"/>
                </a:solidFill>
                <a:latin typeface="Trebuchet MS"/>
                <a:cs typeface="Trebuchet MS"/>
              </a:rPr>
              <a:t> </a:t>
            </a:r>
            <a:r>
              <a:rPr b="1" dirty="0" sz="2000" spc="-15">
                <a:solidFill>
                  <a:srgbClr val="C32CBB"/>
                </a:solidFill>
                <a:latin typeface="Trebuchet MS"/>
                <a:cs typeface="Trebuchet MS"/>
              </a:rPr>
              <a:t>Sentence</a:t>
            </a:r>
            <a:endParaRPr sz="2000">
              <a:latin typeface="Trebuchet MS"/>
              <a:cs typeface="Trebuchet MS"/>
            </a:endParaRPr>
          </a:p>
          <a:p>
            <a:pPr marL="384175">
              <a:lnSpc>
                <a:spcPct val="100000"/>
              </a:lnSpc>
              <a:spcBef>
                <a:spcPts val="1980"/>
              </a:spcBef>
            </a:pPr>
            <a:r>
              <a:rPr dirty="0" sz="2000">
                <a:latin typeface="Georgia"/>
                <a:cs typeface="Georgia"/>
              </a:rPr>
              <a:t>A letter </a:t>
            </a:r>
            <a:r>
              <a:rPr dirty="0" sz="2000" spc="-5">
                <a:latin typeface="Georgia"/>
                <a:cs typeface="Georgia"/>
              </a:rPr>
              <a:t>was written by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her.</a:t>
            </a: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Georgia"/>
              <a:cs typeface="Georgia"/>
            </a:endParaRPr>
          </a:p>
          <a:p>
            <a:pPr indent="-306070" marL="379730">
              <a:lnSpc>
                <a:spcPct val="100000"/>
              </a:lnSpc>
              <a:spcBef>
                <a:spcPts val="5"/>
              </a:spcBef>
              <a:buClr>
                <a:srgbClr val="385622"/>
              </a:buClr>
              <a:buFont typeface="Arial"/>
              <a:buChar char="•"/>
              <a:tabLst>
                <a:tab algn="l" pos="379730"/>
                <a:tab algn="l" pos="380365"/>
              </a:tabLst>
            </a:pPr>
            <a:r>
              <a:rPr sz="2000" spc="-10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sz="2000" spc="-5">
                <a:solidFill>
                  <a:srgbClr val="2D75B6"/>
                </a:solidFill>
                <a:latin typeface="Arial Black"/>
                <a:cs typeface="Arial Black"/>
              </a:rPr>
              <a:t> </a:t>
            </a:r>
            <a:r>
              <a:rPr sz="2000" spc="-5" smtClean="0">
                <a:solidFill>
                  <a:srgbClr val="2D75B6"/>
                </a:solidFill>
                <a:latin typeface="Arial Black"/>
                <a:cs typeface="Arial Black"/>
              </a:rPr>
              <a:t>Sen</a:t>
            </a:r>
            <a:r>
              <a:rPr dirty="0" sz="2000" lang="en-US" spc="-5" err="1" smtClean="0">
                <a:solidFill>
                  <a:srgbClr val="2D75B6"/>
                </a:solidFill>
                <a:latin typeface="Arial Black"/>
                <a:cs typeface="Arial Black"/>
              </a:rPr>
              <a:t>tence</a:t>
            </a:r>
            <a:endParaRPr sz="2000">
              <a:latin typeface="Arial Black"/>
              <a:cs typeface="Arial Black"/>
            </a:endParaRPr>
          </a:p>
          <a:p>
            <a:pPr marL="384175">
              <a:lnSpc>
                <a:spcPct val="100000"/>
              </a:lnSpc>
              <a:spcBef>
                <a:spcPts val="1835"/>
              </a:spcBef>
            </a:pPr>
            <a:r>
              <a:rPr dirty="0" sz="2000">
                <a:latin typeface="Georgia"/>
                <a:cs typeface="Georgia"/>
              </a:rPr>
              <a:t>A letter </a:t>
            </a:r>
            <a:r>
              <a:rPr dirty="0" sz="2000" spc="-5">
                <a:latin typeface="Georgia"/>
                <a:cs typeface="Georgia"/>
              </a:rPr>
              <a:t>was </a:t>
            </a:r>
            <a:r>
              <a:rPr dirty="0" sz="2000">
                <a:latin typeface="Georgia"/>
                <a:cs typeface="Georgia"/>
              </a:rPr>
              <a:t>not </a:t>
            </a:r>
            <a:r>
              <a:rPr dirty="0" sz="2000" spc="-5">
                <a:latin typeface="Georgia"/>
                <a:cs typeface="Georgia"/>
              </a:rPr>
              <a:t>written by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her.</a:t>
            </a:r>
            <a:endParaRPr sz="2000">
              <a:latin typeface="Georgia"/>
              <a:cs typeface="Georgia"/>
            </a:endParaRPr>
          </a:p>
          <a:p>
            <a:pPr indent="-306070" marL="379730">
              <a:lnSpc>
                <a:spcPct val="100000"/>
              </a:lnSpc>
              <a:spcBef>
                <a:spcPts val="1714"/>
              </a:spcBef>
              <a:buClr>
                <a:srgbClr val="385622"/>
              </a:buClr>
              <a:buFont typeface="Arial"/>
              <a:buChar char="•"/>
              <a:tabLst>
                <a:tab algn="l" pos="379730"/>
                <a:tab algn="l" pos="380365"/>
              </a:tabLst>
            </a:pPr>
            <a:r>
              <a:rPr dirty="0" sz="2000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dirty="0" sz="2000" spc="-20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2000" spc="-5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2000">
              <a:latin typeface="Arial Black"/>
              <a:cs typeface="Arial Black"/>
            </a:endParaRPr>
          </a:p>
          <a:p>
            <a:pPr marL="384175">
              <a:lnSpc>
                <a:spcPct val="100000"/>
              </a:lnSpc>
              <a:spcBef>
                <a:spcPts val="1800"/>
              </a:spcBef>
            </a:pPr>
            <a:r>
              <a:rPr dirty="0" sz="2000">
                <a:latin typeface="Georgia"/>
                <a:cs typeface="Georgia"/>
              </a:rPr>
              <a:t>Was a </a:t>
            </a:r>
            <a:r>
              <a:rPr dirty="0" sz="2000" spc="-5">
                <a:latin typeface="Georgia"/>
                <a:cs typeface="Georgia"/>
              </a:rPr>
              <a:t>letter written by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her?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048714" name="object 15"/>
          <p:cNvSpPr/>
          <p:nvPr/>
        </p:nvSpPr>
        <p:spPr>
          <a:xfrm>
            <a:off x="4648200" y="1447800"/>
            <a:ext cx="2133600" cy="4021838"/>
          </a:xfrm>
          <a:prstGeom prst="rect"/>
          <a:blipFill>
            <a:blip xmlns:r="http://schemas.openxmlformats.org/officeDocument/2006/relationships" r:embed="rId3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45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2000" id="7"/>
                                        <p:tgtEl>
                                          <p:spTgt spid="10487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2000" fill="hold" id="8"/>
                                        <p:tgtEl>
                                          <p:spTgt spid="1048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2000" fill="hold" id="9"/>
                                        <p:tgtEl>
                                          <p:spTgt spid="1048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id="12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5"/>
                                        <p:tgtEl>
                                          <p:spTgt spid="1048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6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8"/>
                                        <p:tgtEl>
                                          <p:spTgt spid="10487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7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0">
                      <p:stCondLst>
                        <p:cond delay="indefinite"/>
                      </p:stCondLst>
                      <p:childTnLst>
                        <p:par>
                          <p:cTn fill="hold" id="21">
                            <p:stCondLst>
                              <p:cond delay="0"/>
                            </p:stCondLst>
                            <p:childTnLst>
                              <p:par>
                                <p:cTn fill="hold" id="22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4"/>
                                        <p:tgtEl>
                                          <p:spTgt spid="10487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7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6">
                      <p:stCondLst>
                        <p:cond delay="indefinite"/>
                      </p:stCondLst>
                      <p:childTnLst>
                        <p:par>
                          <p:cTn fill="hold" id="27">
                            <p:stCondLst>
                              <p:cond delay="0"/>
                            </p:stCondLst>
                            <p:childTnLst>
                              <p:par>
                                <p:cTn fill="hold" id="28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0"/>
                                        <p:tgtEl>
                                          <p:spTgt spid="1048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048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2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4"/>
                                        <p:tgtEl>
                                          <p:spTgt spid="10487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5"/>
                                        <p:tgtEl>
                                          <p:spTgt spid="10487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6">
                      <p:stCondLst>
                        <p:cond delay="indefinite"/>
                      </p:stCondLst>
                      <p:childTnLst>
                        <p:par>
                          <p:cTn fill="hold" id="37">
                            <p:stCondLst>
                              <p:cond delay="0"/>
                            </p:stCondLst>
                            <p:childTnLst>
                              <p:par>
                                <p:cTn fill="hold" id="38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0"/>
                                        <p:tgtEl>
                                          <p:spTgt spid="10487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1"/>
                                        <p:tgtEl>
                                          <p:spTgt spid="10487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2">
                      <p:stCondLst>
                        <p:cond delay="indefinite"/>
                      </p:stCondLst>
                      <p:childTnLst>
                        <p:par>
                          <p:cTn fill="hold" id="43">
                            <p:stCondLst>
                              <p:cond delay="0"/>
                            </p:stCondLst>
                            <p:childTnLst>
                              <p:par>
                                <p:cTn fill="hold" id="44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6"/>
                                        <p:tgtEl>
                                          <p:spTgt spid="10487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7"/>
                                        <p:tgtEl>
                                          <p:spTgt spid="10487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8">
                      <p:stCondLst>
                        <p:cond delay="indefinite"/>
                      </p:stCondLst>
                      <p:childTnLst>
                        <p:par>
                          <p:cTn fill="hold" id="49">
                            <p:stCondLst>
                              <p:cond delay="0"/>
                            </p:stCondLst>
                            <p:childTnLst>
                              <p:par>
                                <p:cTn fill="hold" id="50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2"/>
                                        <p:tgtEl>
                                          <p:spTgt spid="10487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3"/>
                                        <p:tgtEl>
                                          <p:spTgt spid="10487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4">
                      <p:stCondLst>
                        <p:cond delay="indefinite"/>
                      </p:stCondLst>
                      <p:childTnLst>
                        <p:par>
                          <p:cTn fill="hold" id="55">
                            <p:stCondLst>
                              <p:cond delay="0"/>
                            </p:stCondLst>
                            <p:childTnLst>
                              <p:par>
                                <p:cTn fill="hold" id="56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8"/>
                                        <p:tgtEl>
                                          <p:spTgt spid="10487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9"/>
                                        <p:tgtEl>
                                          <p:spTgt spid="10487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0">
                      <p:stCondLst>
                        <p:cond delay="indefinite"/>
                      </p:stCondLst>
                      <p:childTnLst>
                        <p:par>
                          <p:cTn fill="hold" id="61">
                            <p:stCondLst>
                              <p:cond delay="0"/>
                            </p:stCondLst>
                            <p:childTnLst>
                              <p:par>
                                <p:cTn fill="hold" id="62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4"/>
                                        <p:tgtEl>
                                          <p:spTgt spid="10487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5"/>
                                        <p:tgtEl>
                                          <p:spTgt spid="10487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6">
                      <p:stCondLst>
                        <p:cond delay="indefinite"/>
                      </p:stCondLst>
                      <p:childTnLst>
                        <p:par>
                          <p:cTn fill="hold" id="67">
                            <p:stCondLst>
                              <p:cond delay="0"/>
                            </p:stCondLst>
                            <p:childTnLst>
                              <p:par>
                                <p:cTn fill="hold" id="68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0"/>
                                        <p:tgtEl>
                                          <p:spTgt spid="10487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1"/>
                                        <p:tgtEl>
                                          <p:spTgt spid="10487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2">
                      <p:stCondLst>
                        <p:cond delay="indefinite"/>
                      </p:stCondLst>
                      <p:childTnLst>
                        <p:par>
                          <p:cTn fill="hold" id="73">
                            <p:stCondLst>
                              <p:cond delay="0"/>
                            </p:stCondLst>
                            <p:childTnLst>
                              <p:par>
                                <p:cTn fill="hold" id="74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6"/>
                                        <p:tgtEl>
                                          <p:spTgt spid="10487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77"/>
                                        <p:tgtEl>
                                          <p:spTgt spid="10487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8">
                      <p:stCondLst>
                        <p:cond delay="indefinite"/>
                      </p:stCondLst>
                      <p:childTnLst>
                        <p:par>
                          <p:cTn fill="hold" id="79">
                            <p:stCondLst>
                              <p:cond delay="0"/>
                            </p:stCondLst>
                            <p:childTnLst>
                              <p:par>
                                <p:cTn fill="hold" id="80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82"/>
                                        <p:tgtEl>
                                          <p:spTgt spid="10487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3"/>
                                        <p:tgtEl>
                                          <p:spTgt spid="10487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4">
                      <p:stCondLst>
                        <p:cond delay="indefinite"/>
                      </p:stCondLst>
                      <p:childTnLst>
                        <p:par>
                          <p:cTn fill="hold" id="85">
                            <p:stCondLst>
                              <p:cond delay="0"/>
                            </p:stCondLst>
                            <p:childTnLst>
                              <p:par>
                                <p:cTn fill="hold" id="86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88"/>
                                        <p:tgtEl>
                                          <p:spTgt spid="10487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9"/>
                                        <p:tgtEl>
                                          <p:spTgt spid="10487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0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 fontScale="90000"/>
          </a:bodyPr>
          <a:p>
            <a:r>
              <a:rPr dirty="0" lang="en-US" smtClean="0"/>
              <a:t>Change into Passive Voice</a:t>
            </a:r>
            <a:endParaRPr dirty="0" lang="en-IN"/>
          </a:p>
        </p:txBody>
      </p:sp>
      <p:sp>
        <p:nvSpPr>
          <p:cNvPr id="1048716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1"/>
            <a:ext cx="10820400" cy="4906966"/>
          </a:xfrm>
        </p:spPr>
        <p:txBody>
          <a:bodyPr>
            <a:normAutofit fontScale="96429" lnSpcReduction="10000"/>
          </a:bodyPr>
          <a:p>
            <a:r>
              <a:rPr dirty="0" lang="en-IN" smtClean="0"/>
              <a:t>She sang a song. –</a:t>
            </a:r>
          </a:p>
          <a:p>
            <a:r>
              <a:rPr dirty="0" lang="en-IN" u="sng" smtClean="0"/>
              <a:t> A song was sung by her.</a:t>
            </a:r>
          </a:p>
          <a:p>
            <a:r>
              <a:rPr dirty="0" lang="en-IN" smtClean="0"/>
              <a:t>Somebody hit me. - </a:t>
            </a:r>
          </a:p>
          <a:p>
            <a:r>
              <a:rPr dirty="0" lang="en-IN" u="sng" smtClean="0"/>
              <a:t>I was hit by somebody.</a:t>
            </a:r>
            <a:endParaRPr dirty="0" lang="en-IN" smtClean="0"/>
          </a:p>
          <a:p>
            <a:r>
              <a:rPr dirty="0" lang="en-IN" smtClean="0"/>
              <a:t>We stopped the bus. - </a:t>
            </a:r>
          </a:p>
          <a:p>
            <a:r>
              <a:rPr dirty="0" lang="en-IN" u="sng" smtClean="0"/>
              <a:t>The bus was stopped by us.</a:t>
            </a:r>
            <a:endParaRPr dirty="0" lang="en-IN" smtClean="0"/>
          </a:p>
          <a:p>
            <a:r>
              <a:rPr dirty="0" lang="en-IN" smtClean="0"/>
              <a:t>A thief stole my car. –</a:t>
            </a:r>
          </a:p>
          <a:p>
            <a:r>
              <a:rPr dirty="0" lang="en-IN" smtClean="0"/>
              <a:t> </a:t>
            </a:r>
            <a:r>
              <a:rPr dirty="0" lang="en-IN" u="sng" smtClean="0"/>
              <a:t>My car was stolen by a thief.</a:t>
            </a:r>
            <a:endParaRPr dirty="0" lang="en-IN" smtClean="0"/>
          </a:p>
          <a:p>
            <a:r>
              <a:rPr dirty="0" lang="en-IN" smtClean="0"/>
              <a:t>They didn't let him go. - </a:t>
            </a:r>
          </a:p>
          <a:p>
            <a:r>
              <a:rPr dirty="0" lang="en-IN" u="sng" smtClean="0"/>
              <a:t>He was not let go by them.</a:t>
            </a:r>
            <a:endParaRPr dirty="0" lang="en-IN" smtClean="0"/>
          </a:p>
          <a:p>
            <a:endParaRPr dirty="0" lang="en-IN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48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7">
                      <p:stCondLst>
                        <p:cond delay="indefinite"/>
                      </p:stCondLst>
                      <p:childTnLst>
                        <p:par>
                          <p:cTn fill="hold" id="28">
                            <p:stCondLst>
                              <p:cond delay="0"/>
                            </p:stCondLst>
                            <p:childTnLst>
                              <p:par>
                                <p:cTn fill="hold" id="2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048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2"/>
                                        <p:tgtEl>
                                          <p:spTgt spid="1048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>
                      <p:stCondLst>
                        <p:cond delay="indefinite"/>
                      </p:stCondLst>
                      <p:childTnLst>
                        <p:par>
                          <p:cTn fill="hold" id="34">
                            <p:stCondLst>
                              <p:cond delay="0"/>
                            </p:stCondLst>
                            <p:childTnLst>
                              <p:par>
                                <p:cTn fill="hold" id="3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7"/>
                                        <p:tgtEl>
                                          <p:spTgt spid="1048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8"/>
                                        <p:tgtEl>
                                          <p:spTgt spid="1048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9">
                      <p:stCondLst>
                        <p:cond delay="indefinite"/>
                      </p:stCondLst>
                      <p:childTnLst>
                        <p:par>
                          <p:cTn fill="hold" id="40">
                            <p:stCondLst>
                              <p:cond delay="0"/>
                            </p:stCondLst>
                            <p:childTnLst>
                              <p:par>
                                <p:cTn fill="hold" id="4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3"/>
                                        <p:tgtEl>
                                          <p:spTgt spid="1048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4"/>
                                        <p:tgtEl>
                                          <p:spTgt spid="1048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5">
                      <p:stCondLst>
                        <p:cond delay="indefinite"/>
                      </p:stCondLst>
                      <p:childTnLst>
                        <p:par>
                          <p:cTn fill="hold" id="46">
                            <p:stCondLst>
                              <p:cond delay="0"/>
                            </p:stCondLst>
                            <p:childTnLst>
                              <p:par>
                                <p:cTn fill="hold" id="4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9"/>
                                        <p:tgtEl>
                                          <p:spTgt spid="10487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0"/>
                                        <p:tgtEl>
                                          <p:spTgt spid="10487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1">
                      <p:stCondLst>
                        <p:cond delay="indefinite"/>
                      </p:stCondLst>
                      <p:childTnLst>
                        <p:par>
                          <p:cTn fill="hold" id="52">
                            <p:stCondLst>
                              <p:cond delay="0"/>
                            </p:stCondLst>
                            <p:childTnLst>
                              <p:par>
                                <p:cTn fill="hold" id="5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5"/>
                                        <p:tgtEl>
                                          <p:spTgt spid="1048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6"/>
                                        <p:tgtEl>
                                          <p:spTgt spid="1048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7">
                      <p:stCondLst>
                        <p:cond delay="indefinite"/>
                      </p:stCondLst>
                      <p:childTnLst>
                        <p:par>
                          <p:cTn fill="hold" id="58">
                            <p:stCondLst>
                              <p:cond delay="0"/>
                            </p:stCondLst>
                            <p:childTnLst>
                              <p:par>
                                <p:cTn fill="hold" id="5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1"/>
                                        <p:tgtEl>
                                          <p:spTgt spid="10487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2"/>
                                        <p:tgtEl>
                                          <p:spTgt spid="10487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</p:spPr>
        <p:txBody>
          <a:bodyPr>
            <a:normAutofit fontScale="90000"/>
          </a:bodyPr>
          <a:p>
            <a:r>
              <a:rPr dirty="0" lang="en-US" smtClean="0"/>
              <a:t>Chang into Passive Voice</a:t>
            </a:r>
            <a:endParaRPr dirty="0" lang="en-IN"/>
          </a:p>
        </p:txBody>
      </p:sp>
      <p:sp>
        <p:nvSpPr>
          <p:cNvPr id="1048718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95401"/>
            <a:ext cx="10515600" cy="4830766"/>
          </a:xfrm>
        </p:spPr>
        <p:txBody>
          <a:bodyPr>
            <a:normAutofit fontScale="96429" lnSpcReduction="10000"/>
          </a:bodyPr>
          <a:p>
            <a:r>
              <a:rPr dirty="0" lang="en-IN" smtClean="0"/>
              <a:t>She didn't win the prize. - </a:t>
            </a:r>
          </a:p>
          <a:p>
            <a:r>
              <a:rPr dirty="0" lang="en-IN" u="sng" smtClean="0"/>
              <a:t>The prize was not won by her.</a:t>
            </a:r>
            <a:endParaRPr dirty="0" lang="en-IN" smtClean="0"/>
          </a:p>
          <a:p>
            <a:r>
              <a:rPr dirty="0" lang="en-IN" smtClean="0"/>
              <a:t>They didn't make their beds. - </a:t>
            </a:r>
          </a:p>
          <a:p>
            <a:r>
              <a:rPr dirty="0" lang="en-IN" u="sng" smtClean="0"/>
              <a:t>Their beds were not made by them.</a:t>
            </a:r>
            <a:endParaRPr dirty="0" lang="en-IN" smtClean="0"/>
          </a:p>
          <a:p>
            <a:r>
              <a:rPr dirty="0" lang="en-IN" smtClean="0"/>
              <a:t>I did not tell them. - </a:t>
            </a:r>
          </a:p>
          <a:p>
            <a:r>
              <a:rPr dirty="0" lang="en-IN" u="sng" smtClean="0"/>
              <a:t>They were not told by me.</a:t>
            </a:r>
            <a:endParaRPr dirty="0" lang="en-IN" smtClean="0"/>
          </a:p>
          <a:p>
            <a:r>
              <a:rPr dirty="0" lang="en-IN" smtClean="0"/>
              <a:t>Did you tell them? - </a:t>
            </a:r>
          </a:p>
          <a:p>
            <a:r>
              <a:rPr dirty="0" lang="en-IN" u="sng" smtClean="0"/>
              <a:t>Were they told by you?</a:t>
            </a:r>
            <a:endParaRPr dirty="0" lang="en-IN" smtClean="0"/>
          </a:p>
          <a:p>
            <a:r>
              <a:rPr dirty="0" lang="en-IN" smtClean="0"/>
              <a:t>Did he send the letter? –</a:t>
            </a:r>
          </a:p>
          <a:p>
            <a:r>
              <a:rPr dirty="0" lang="en-IN" smtClean="0"/>
              <a:t> </a:t>
            </a:r>
            <a:r>
              <a:rPr dirty="0" lang="en-IN" u="sng" smtClean="0"/>
              <a:t>Was the letter sent by him?</a:t>
            </a:r>
            <a:endParaRPr dirty="0" lang="en-IN" smtClean="0"/>
          </a:p>
          <a:p>
            <a:endParaRPr dirty="0" lang="en-IN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4"/>
                                        <p:tgtEl>
                                          <p:spTgt spid="1048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48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5"/>
                                        <p:tgtEl>
                                          <p:spTgt spid="1048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6"/>
                                        <p:tgtEl>
                                          <p:spTgt spid="1048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7">
                      <p:stCondLst>
                        <p:cond delay="indefinite"/>
                      </p:stCondLst>
                      <p:childTnLst>
                        <p:par>
                          <p:cTn fill="hold" id="28">
                            <p:stCondLst>
                              <p:cond delay="0"/>
                            </p:stCondLst>
                            <p:childTnLst>
                              <p:par>
                                <p:cTn fill="hold" id="2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1"/>
                                        <p:tgtEl>
                                          <p:spTgt spid="1048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2"/>
                                        <p:tgtEl>
                                          <p:spTgt spid="1048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>
                      <p:stCondLst>
                        <p:cond delay="indefinite"/>
                      </p:stCondLst>
                      <p:childTnLst>
                        <p:par>
                          <p:cTn fill="hold" id="34">
                            <p:stCondLst>
                              <p:cond delay="0"/>
                            </p:stCondLst>
                            <p:childTnLst>
                              <p:par>
                                <p:cTn fill="hold" id="3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37"/>
                                        <p:tgtEl>
                                          <p:spTgt spid="1048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38"/>
                                        <p:tgtEl>
                                          <p:spTgt spid="1048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9">
                      <p:stCondLst>
                        <p:cond delay="indefinite"/>
                      </p:stCondLst>
                      <p:childTnLst>
                        <p:par>
                          <p:cTn fill="hold" id="40">
                            <p:stCondLst>
                              <p:cond delay="0"/>
                            </p:stCondLst>
                            <p:childTnLst>
                              <p:par>
                                <p:cTn fill="hold" id="41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3"/>
                                        <p:tgtEl>
                                          <p:spTgt spid="1048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44"/>
                                        <p:tgtEl>
                                          <p:spTgt spid="1048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5">
                      <p:stCondLst>
                        <p:cond delay="indefinite"/>
                      </p:stCondLst>
                      <p:childTnLst>
                        <p:par>
                          <p:cTn fill="hold" id="46">
                            <p:stCondLst>
                              <p:cond delay="0"/>
                            </p:stCondLst>
                            <p:childTnLst>
                              <p:par>
                                <p:cTn fill="hold" id="4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49"/>
                                        <p:tgtEl>
                                          <p:spTgt spid="1048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0"/>
                                        <p:tgtEl>
                                          <p:spTgt spid="1048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1">
                      <p:stCondLst>
                        <p:cond delay="indefinite"/>
                      </p:stCondLst>
                      <p:childTnLst>
                        <p:par>
                          <p:cTn fill="hold" id="52">
                            <p:stCondLst>
                              <p:cond delay="0"/>
                            </p:stCondLst>
                            <p:childTnLst>
                              <p:par>
                                <p:cTn fill="hold" id="53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55"/>
                                        <p:tgtEl>
                                          <p:spTgt spid="1048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56"/>
                                        <p:tgtEl>
                                          <p:spTgt spid="1048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7">
                      <p:stCondLst>
                        <p:cond delay="indefinite"/>
                      </p:stCondLst>
                      <p:childTnLst>
                        <p:par>
                          <p:cTn fill="hold" id="58">
                            <p:stCondLst>
                              <p:cond delay="0"/>
                            </p:stCondLst>
                            <p:childTnLst>
                              <p:par>
                                <p:cTn fill="hold" id="59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61"/>
                                        <p:tgtEl>
                                          <p:spTgt spid="10487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62"/>
                                        <p:tgtEl>
                                          <p:spTgt spid="10487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object 2"/>
          <p:cNvGrpSpPr/>
          <p:nvPr/>
        </p:nvGrpSpPr>
        <p:grpSpPr>
          <a:xfrm>
            <a:off x="5173979" y="364870"/>
            <a:ext cx="1466215" cy="424815"/>
            <a:chOff x="5173979" y="364870"/>
            <a:chExt cx="1466215" cy="424815"/>
          </a:xfrm>
        </p:grpSpPr>
        <p:sp>
          <p:nvSpPr>
            <p:cNvPr id="1048804" name="object 3"/>
            <p:cNvSpPr/>
            <p:nvPr/>
          </p:nvSpPr>
          <p:spPr>
            <a:xfrm>
              <a:off x="5173979" y="600455"/>
              <a:ext cx="1446276" cy="188975"/>
            </a:xfrm>
            <a:prstGeom prst="rect"/>
            <a:blipFill>
              <a:blip xmlns:r="http://schemas.openxmlformats.org/officeDocument/2006/relationships" r:embed="rId1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805" name="object 4"/>
            <p:cNvSpPr/>
            <p:nvPr/>
          </p:nvSpPr>
          <p:spPr>
            <a:xfrm>
              <a:off x="5404230" y="364870"/>
              <a:ext cx="1235583" cy="355726"/>
            </a:xfrm>
            <a:prstGeom prst="rect"/>
            <a:blipFill>
              <a:blip xmlns:r="http://schemas.openxmlformats.org/officeDocument/2006/relationships" r:embed="rId2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</p:grpSp>
      <p:sp>
        <p:nvSpPr>
          <p:cNvPr id="1048806" name="object 5"/>
          <p:cNvSpPr txBox="1">
            <a:spLocks noGrp="1"/>
          </p:cNvSpPr>
          <p:nvPr>
            <p:ph type="title"/>
          </p:nvPr>
        </p:nvSpPr>
        <p:spPr>
          <a:xfrm>
            <a:off x="609600" y="509905"/>
            <a:ext cx="10972800" cy="672466"/>
          </a:xfrm>
          <a:prstGeom prst="rect"/>
        </p:spPr>
        <p:txBody>
          <a:bodyPr bIns="0" lIns="0" rIns="0" rtlCol="0" tIns="12065" vert="horz" wrap="square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  <a:tabLst>
                <a:tab algn="l" pos="5578475"/>
              </a:tabLst>
            </a:pPr>
            <a:r>
              <a:rPr b="1" dirty="0" spc="-200">
                <a:solidFill>
                  <a:srgbClr val="C00000"/>
                </a:solidFill>
                <a:latin typeface="Trebuchet MS"/>
                <a:cs typeface="Trebuchet MS"/>
              </a:rPr>
              <a:t>F</a:t>
            </a:r>
            <a:r>
              <a:rPr b="1" dirty="0" spc="-5">
                <a:solidFill>
                  <a:srgbClr val="C00000"/>
                </a:solidFill>
                <a:latin typeface="Trebuchet MS"/>
                <a:cs typeface="Trebuchet MS"/>
              </a:rPr>
              <a:t>uture</a:t>
            </a:r>
            <a:r>
              <a:rPr b="1" dirty="0" spc="1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dirty="0" spc="-700"/>
              <a:t>I</a:t>
            </a:r>
            <a:r>
              <a:rPr dirty="0" spc="-210"/>
              <a:t>n</a:t>
            </a:r>
            <a:r>
              <a:rPr dirty="0" spc="-145"/>
              <a:t>d</a:t>
            </a:r>
            <a:r>
              <a:rPr dirty="0" spc="-120"/>
              <a:t>e</a:t>
            </a:r>
            <a:r>
              <a:rPr dirty="0" spc="-240"/>
              <a:t>finate</a:t>
            </a:r>
            <a:r>
              <a:rPr dirty="0"/>
              <a:t>	</a:t>
            </a:r>
            <a:r>
              <a:rPr dirty="0" spc="-380">
                <a:solidFill>
                  <a:srgbClr val="243958"/>
                </a:solidFill>
              </a:rPr>
              <a:t>R</a:t>
            </a:r>
            <a:r>
              <a:rPr dirty="0" spc="-210">
                <a:solidFill>
                  <a:srgbClr val="243958"/>
                </a:solidFill>
              </a:rPr>
              <a:t>ul</a:t>
            </a:r>
            <a:r>
              <a:rPr dirty="0" spc="-315">
                <a:solidFill>
                  <a:srgbClr val="243958"/>
                </a:solidFill>
              </a:rPr>
              <a:t>es</a:t>
            </a:r>
          </a:p>
        </p:txBody>
      </p:sp>
      <p:sp>
        <p:nvSpPr>
          <p:cNvPr id="1048807" name="object 6"/>
          <p:cNvSpPr txBox="1"/>
          <p:nvPr/>
        </p:nvSpPr>
        <p:spPr>
          <a:xfrm>
            <a:off x="1226616" y="770381"/>
            <a:ext cx="7741920" cy="645160"/>
          </a:xfrm>
          <a:prstGeom prst="rect"/>
        </p:spPr>
        <p:txBody>
          <a:bodyPr bIns="0" lIns="0" rIns="0" rtlCol="0" tIns="63500" vert="horz" wrap="square">
            <a:spAutoFit/>
          </a:bodyPr>
          <a:p>
            <a:pPr marL="12700" marR="5080">
              <a:lnSpc>
                <a:spcPts val="2240"/>
              </a:lnSpc>
              <a:spcBef>
                <a:spcPts val="500"/>
              </a:spcBef>
            </a:pPr>
            <a:r>
              <a:rPr dirty="0" sz="2200" spc="-155">
                <a:solidFill>
                  <a:srgbClr val="243958"/>
                </a:solidFill>
                <a:latin typeface="Verdana"/>
                <a:cs typeface="Verdana"/>
              </a:rPr>
              <a:t>Simpal </a:t>
            </a:r>
            <a:r>
              <a:rPr dirty="0" sz="2200" spc="-145">
                <a:solidFill>
                  <a:srgbClr val="243958"/>
                </a:solidFill>
                <a:latin typeface="Verdana"/>
                <a:cs typeface="Verdana"/>
              </a:rPr>
              <a:t>Future </a:t>
            </a:r>
            <a:r>
              <a:rPr dirty="0" sz="2200" spc="-165">
                <a:solidFill>
                  <a:srgbClr val="243958"/>
                </a:solidFill>
                <a:latin typeface="Verdana"/>
                <a:cs typeface="Verdana"/>
              </a:rPr>
              <a:t>is </a:t>
            </a:r>
            <a:r>
              <a:rPr dirty="0" sz="2200" spc="-120">
                <a:solidFill>
                  <a:srgbClr val="243958"/>
                </a:solidFill>
                <a:latin typeface="Verdana"/>
                <a:cs typeface="Verdana"/>
              </a:rPr>
              <a:t>used </a:t>
            </a:r>
            <a:r>
              <a:rPr dirty="0" sz="2200" spc="-135">
                <a:solidFill>
                  <a:srgbClr val="243958"/>
                </a:solidFill>
                <a:latin typeface="Verdana"/>
                <a:cs typeface="Verdana"/>
              </a:rPr>
              <a:t>when </a:t>
            </a:r>
            <a:r>
              <a:rPr dirty="0" sz="2200" spc="-150">
                <a:solidFill>
                  <a:srgbClr val="243958"/>
                </a:solidFill>
                <a:latin typeface="Verdana"/>
                <a:cs typeface="Verdana"/>
              </a:rPr>
              <a:t>we </a:t>
            </a:r>
            <a:r>
              <a:rPr dirty="0" sz="2200" spc="-100">
                <a:solidFill>
                  <a:srgbClr val="243958"/>
                </a:solidFill>
                <a:latin typeface="Verdana"/>
                <a:cs typeface="Verdana"/>
              </a:rPr>
              <a:t>plan </a:t>
            </a:r>
            <a:r>
              <a:rPr dirty="0" sz="2200" spc="-80">
                <a:solidFill>
                  <a:srgbClr val="243958"/>
                </a:solidFill>
                <a:latin typeface="Verdana"/>
                <a:cs typeface="Verdana"/>
              </a:rPr>
              <a:t>or </a:t>
            </a:r>
            <a:r>
              <a:rPr dirty="0" sz="2200" spc="-170">
                <a:solidFill>
                  <a:srgbClr val="243958"/>
                </a:solidFill>
                <a:latin typeface="Verdana"/>
                <a:cs typeface="Verdana"/>
              </a:rPr>
              <a:t>make </a:t>
            </a:r>
            <a:r>
              <a:rPr dirty="0" sz="2200" spc="-150">
                <a:solidFill>
                  <a:srgbClr val="243958"/>
                </a:solidFill>
                <a:latin typeface="Verdana"/>
                <a:cs typeface="Verdana"/>
              </a:rPr>
              <a:t>a </a:t>
            </a:r>
            <a:r>
              <a:rPr dirty="0" sz="2200" spc="-105">
                <a:solidFill>
                  <a:srgbClr val="243958"/>
                </a:solidFill>
                <a:latin typeface="Verdana"/>
                <a:cs typeface="Verdana"/>
              </a:rPr>
              <a:t>decision </a:t>
            </a:r>
            <a:r>
              <a:rPr dirty="0" sz="2200" spc="-80">
                <a:solidFill>
                  <a:srgbClr val="243958"/>
                </a:solidFill>
                <a:latin typeface="Verdana"/>
                <a:cs typeface="Verdana"/>
              </a:rPr>
              <a:t>to</a:t>
            </a:r>
            <a:r>
              <a:rPr dirty="0" sz="2200" spc="-240">
                <a:solidFill>
                  <a:srgbClr val="243958"/>
                </a:solidFill>
                <a:latin typeface="Verdana"/>
                <a:cs typeface="Verdana"/>
              </a:rPr>
              <a:t> </a:t>
            </a:r>
            <a:r>
              <a:rPr dirty="0" sz="2200" spc="-20">
                <a:solidFill>
                  <a:srgbClr val="243958"/>
                </a:solidFill>
                <a:latin typeface="Verdana"/>
                <a:cs typeface="Verdana"/>
              </a:rPr>
              <a:t>do  </a:t>
            </a:r>
            <a:r>
              <a:rPr dirty="0" sz="2200" spc="-110">
                <a:solidFill>
                  <a:srgbClr val="243958"/>
                </a:solidFill>
                <a:latin typeface="Verdana"/>
                <a:cs typeface="Verdana"/>
              </a:rPr>
              <a:t>something.Nothing </a:t>
            </a:r>
            <a:r>
              <a:rPr dirty="0" sz="2200" spc="-165">
                <a:solidFill>
                  <a:srgbClr val="243958"/>
                </a:solidFill>
                <a:latin typeface="Verdana"/>
                <a:cs typeface="Verdana"/>
              </a:rPr>
              <a:t>is </a:t>
            </a:r>
            <a:r>
              <a:rPr dirty="0" sz="2200" spc="-130">
                <a:solidFill>
                  <a:srgbClr val="243958"/>
                </a:solidFill>
                <a:latin typeface="Verdana"/>
                <a:cs typeface="Verdana"/>
              </a:rPr>
              <a:t>said </a:t>
            </a:r>
            <a:r>
              <a:rPr dirty="0" sz="2200" spc="-90">
                <a:solidFill>
                  <a:srgbClr val="243958"/>
                </a:solidFill>
                <a:latin typeface="Verdana"/>
                <a:cs typeface="Verdana"/>
              </a:rPr>
              <a:t>about </a:t>
            </a:r>
            <a:r>
              <a:rPr dirty="0" sz="2200" spc="-130">
                <a:solidFill>
                  <a:srgbClr val="243958"/>
                </a:solidFill>
                <a:latin typeface="Verdana"/>
                <a:cs typeface="Verdana"/>
              </a:rPr>
              <a:t>the </a:t>
            </a:r>
            <a:r>
              <a:rPr dirty="0" sz="2200" spc="-140">
                <a:solidFill>
                  <a:srgbClr val="243958"/>
                </a:solidFill>
                <a:latin typeface="Verdana"/>
                <a:cs typeface="Verdana"/>
              </a:rPr>
              <a:t>time </a:t>
            </a:r>
            <a:r>
              <a:rPr dirty="0" sz="2200" spc="-114">
                <a:solidFill>
                  <a:srgbClr val="243958"/>
                </a:solidFill>
                <a:latin typeface="Verdana"/>
                <a:cs typeface="Verdana"/>
              </a:rPr>
              <a:t>in </a:t>
            </a:r>
            <a:r>
              <a:rPr dirty="0" sz="2200" spc="-130">
                <a:solidFill>
                  <a:srgbClr val="243958"/>
                </a:solidFill>
                <a:latin typeface="Verdana"/>
                <a:cs typeface="Verdana"/>
              </a:rPr>
              <a:t>the</a:t>
            </a:r>
            <a:r>
              <a:rPr dirty="0" sz="2200" spc="-290">
                <a:solidFill>
                  <a:srgbClr val="243958"/>
                </a:solidFill>
                <a:latin typeface="Verdana"/>
                <a:cs typeface="Verdana"/>
              </a:rPr>
              <a:t> </a:t>
            </a:r>
            <a:r>
              <a:rPr dirty="0" sz="2200" spc="-155">
                <a:solidFill>
                  <a:srgbClr val="243958"/>
                </a:solidFill>
                <a:latin typeface="Verdana"/>
                <a:cs typeface="Verdana"/>
              </a:rPr>
              <a:t>future.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48808" name="object 7"/>
          <p:cNvSpPr txBox="1"/>
          <p:nvPr/>
        </p:nvSpPr>
        <p:spPr>
          <a:xfrm>
            <a:off x="1201216" y="1692300"/>
            <a:ext cx="3933825" cy="207518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32080">
              <a:lnSpc>
                <a:spcPct val="100000"/>
              </a:lnSpc>
              <a:spcBef>
                <a:spcPts val="130"/>
              </a:spcBef>
            </a:pPr>
            <a:r>
              <a:rPr dirty="0" sz="2500" i="1" spc="-70">
                <a:solidFill>
                  <a:srgbClr val="A19E00"/>
                </a:solidFill>
                <a:latin typeface="Arial Black"/>
                <a:cs typeface="Arial Black"/>
              </a:rPr>
              <a:t>Active</a:t>
            </a:r>
            <a:r>
              <a:rPr dirty="0" sz="2500" i="1" spc="-50">
                <a:solidFill>
                  <a:srgbClr val="A19E00"/>
                </a:solidFill>
                <a:latin typeface="Arial Black"/>
                <a:cs typeface="Arial Black"/>
              </a:rPr>
              <a:t> </a:t>
            </a:r>
            <a:r>
              <a:rPr dirty="0" sz="2500" i="1" spc="-75">
                <a:solidFill>
                  <a:srgbClr val="A19E0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indent="-304800" marL="342265">
              <a:lnSpc>
                <a:spcPct val="100000"/>
              </a:lnSpc>
              <a:spcBef>
                <a:spcPts val="1165"/>
              </a:spcBef>
              <a:buClr>
                <a:srgbClr val="385622"/>
              </a:buClr>
              <a:buFont typeface="Arial"/>
              <a:buChar char="•"/>
              <a:tabLst>
                <a:tab algn="l" pos="342265"/>
                <a:tab algn="l" pos="342900"/>
              </a:tabLst>
            </a:pPr>
            <a:r>
              <a:rPr dirty="0" sz="1600">
                <a:solidFill>
                  <a:srgbClr val="C32CBB"/>
                </a:solidFill>
                <a:latin typeface="Arial Black"/>
                <a:cs typeface="Arial Black"/>
              </a:rPr>
              <a:t>Affirmative</a:t>
            </a:r>
            <a:r>
              <a:rPr dirty="0" sz="1600" spc="25">
                <a:solidFill>
                  <a:srgbClr val="C32CBB"/>
                </a:solidFill>
                <a:latin typeface="Arial Black"/>
                <a:cs typeface="Arial Black"/>
              </a:rPr>
              <a:t> </a:t>
            </a:r>
            <a:r>
              <a:rPr dirty="0" sz="1600" spc="-5">
                <a:solidFill>
                  <a:srgbClr val="C32CBB"/>
                </a:solidFill>
                <a:latin typeface="Arial Black"/>
                <a:cs typeface="Arial Black"/>
              </a:rPr>
              <a:t>Sentence</a:t>
            </a:r>
            <a:endParaRPr sz="1600">
              <a:latin typeface="Arial Black"/>
              <a:cs typeface="Arial Black"/>
            </a:endParaRPr>
          </a:p>
          <a:p>
            <a:pPr indent="-180340" marL="278765" marR="30480">
              <a:lnSpc>
                <a:spcPts val="3350"/>
              </a:lnSpc>
              <a:spcBef>
                <a:spcPts val="335"/>
              </a:spcBef>
            </a:pPr>
            <a:r>
              <a:rPr dirty="0" sz="1600" spc="-105">
                <a:solidFill>
                  <a:srgbClr val="0000CC"/>
                </a:solidFill>
                <a:latin typeface="Verdana"/>
                <a:cs typeface="Verdana"/>
              </a:rPr>
              <a:t>Singular </a:t>
            </a:r>
            <a:r>
              <a:rPr dirty="0" sz="1600" spc="-345">
                <a:solidFill>
                  <a:srgbClr val="0000CC"/>
                </a:solidFill>
                <a:latin typeface="Verdana"/>
                <a:cs typeface="Verdana"/>
              </a:rPr>
              <a:t>: </a:t>
            </a:r>
            <a:r>
              <a:rPr dirty="0" sz="1600" spc="-155">
                <a:latin typeface="Verdana"/>
                <a:cs typeface="Verdana"/>
              </a:rPr>
              <a:t>S+will+ </a:t>
            </a:r>
            <a:r>
              <a:rPr dirty="0" sz="1600" spc="-195">
                <a:latin typeface="Verdana"/>
                <a:cs typeface="Verdana"/>
              </a:rPr>
              <a:t>1</a:t>
            </a:r>
            <a:r>
              <a:rPr baseline="26455" dirty="0" sz="1575" spc="-292">
                <a:latin typeface="Verdana"/>
                <a:cs typeface="Verdana"/>
              </a:rPr>
              <a:t>st </a:t>
            </a:r>
            <a:r>
              <a:rPr dirty="0" sz="1600" spc="-90">
                <a:latin typeface="Verdana"/>
                <a:cs typeface="Verdana"/>
              </a:rPr>
              <a:t>form </a:t>
            </a:r>
            <a:r>
              <a:rPr dirty="0" sz="1600" spc="-70">
                <a:latin typeface="Verdana"/>
                <a:cs typeface="Verdana"/>
              </a:rPr>
              <a:t>of </a:t>
            </a:r>
            <a:r>
              <a:rPr dirty="0" sz="1600" spc="-100">
                <a:latin typeface="Verdana"/>
                <a:cs typeface="Verdana"/>
              </a:rPr>
              <a:t>verb+ing+O  </a:t>
            </a:r>
            <a:r>
              <a:rPr dirty="0" sz="1600" spc="-120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600" spc="-165">
                <a:latin typeface="Verdana"/>
                <a:cs typeface="Verdana"/>
              </a:rPr>
              <a:t>S+shall+1</a:t>
            </a:r>
            <a:r>
              <a:rPr baseline="26455" dirty="0" sz="1575" spc="-247">
                <a:latin typeface="Verdana"/>
                <a:cs typeface="Verdana"/>
              </a:rPr>
              <a:t>st </a:t>
            </a:r>
            <a:r>
              <a:rPr dirty="0" sz="1600" spc="-90">
                <a:latin typeface="Verdana"/>
                <a:cs typeface="Verdana"/>
              </a:rPr>
              <a:t>form </a:t>
            </a:r>
            <a:r>
              <a:rPr dirty="0" sz="1600" spc="-70">
                <a:latin typeface="Verdana"/>
                <a:cs typeface="Verdana"/>
              </a:rPr>
              <a:t>of</a:t>
            </a:r>
            <a:r>
              <a:rPr dirty="0" sz="1600" spc="-114">
                <a:latin typeface="Verdana"/>
                <a:cs typeface="Verdana"/>
              </a:rPr>
              <a:t> </a:t>
            </a:r>
            <a:r>
              <a:rPr dirty="0" sz="1600" spc="-100">
                <a:latin typeface="Verdana"/>
                <a:cs typeface="Verdana"/>
              </a:rPr>
              <a:t>verb+ing+O</a:t>
            </a:r>
            <a:endParaRPr sz="16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065"/>
              </a:spcBef>
            </a:pPr>
            <a:r>
              <a:rPr dirty="0" sz="1600" spc="-10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dirty="0" sz="1600" spc="-5">
                <a:solidFill>
                  <a:srgbClr val="2D75B6"/>
                </a:solidFill>
                <a:latin typeface="Arial Black"/>
                <a:cs typeface="Arial Black"/>
              </a:rPr>
              <a:t> Sencent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048809" name="object 8"/>
          <p:cNvSpPr txBox="1"/>
          <p:nvPr/>
        </p:nvSpPr>
        <p:spPr>
          <a:xfrm>
            <a:off x="4783963" y="3922267"/>
            <a:ext cx="701040" cy="269240"/>
          </a:xfrm>
          <a:prstGeom prst="rect"/>
        </p:spPr>
        <p:txBody>
          <a:bodyPr bIns="0" lIns="0" rIns="0" rtlCol="0" tIns="12065" vert="horz" wrap="square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90">
                <a:latin typeface="Verdana"/>
                <a:cs typeface="Verdana"/>
              </a:rPr>
              <a:t>form</a:t>
            </a:r>
            <a:r>
              <a:rPr dirty="0" sz="1600" spc="-150">
                <a:latin typeface="Verdana"/>
                <a:cs typeface="Verdana"/>
              </a:rPr>
              <a:t> </a:t>
            </a:r>
            <a:r>
              <a:rPr dirty="0" sz="1600" spc="-70">
                <a:latin typeface="Verdana"/>
                <a:cs typeface="Verdana"/>
              </a:rPr>
              <a:t>of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48810" name="object 9"/>
          <p:cNvSpPr txBox="1"/>
          <p:nvPr/>
        </p:nvSpPr>
        <p:spPr>
          <a:xfrm>
            <a:off x="4739766" y="4530344"/>
            <a:ext cx="701040" cy="269240"/>
          </a:xfrm>
          <a:prstGeom prst="rect"/>
        </p:spPr>
        <p:txBody>
          <a:bodyPr bIns="0" lIns="0" rIns="0" rtlCol="0" tIns="12065" vert="horz" wrap="square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90">
                <a:latin typeface="Verdana"/>
                <a:cs typeface="Verdana"/>
              </a:rPr>
              <a:t>form</a:t>
            </a:r>
            <a:r>
              <a:rPr dirty="0" sz="1600" spc="-150">
                <a:latin typeface="Verdana"/>
                <a:cs typeface="Verdana"/>
              </a:rPr>
              <a:t> </a:t>
            </a:r>
            <a:r>
              <a:rPr dirty="0" sz="1600" spc="-70">
                <a:latin typeface="Verdana"/>
                <a:cs typeface="Verdana"/>
              </a:rPr>
              <a:t>of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48811" name="object 10"/>
          <p:cNvSpPr txBox="1"/>
          <p:nvPr/>
        </p:nvSpPr>
        <p:spPr>
          <a:xfrm>
            <a:off x="1201216" y="3922267"/>
            <a:ext cx="3512185" cy="1483995"/>
          </a:xfrm>
          <a:prstGeom prst="rect"/>
        </p:spPr>
        <p:txBody>
          <a:bodyPr bIns="0" lIns="0" rIns="0" rtlCol="0" tIns="73025" vert="horz" wrap="square">
            <a:spAutoFit/>
          </a:bodyPr>
          <a:p>
            <a:pPr marL="38100" marR="30480">
              <a:lnSpc>
                <a:spcPct val="75000"/>
              </a:lnSpc>
              <a:spcBef>
                <a:spcPts val="575"/>
              </a:spcBef>
            </a:pPr>
            <a:r>
              <a:rPr dirty="0" sz="1600" spc="-120">
                <a:solidFill>
                  <a:srgbClr val="0000CC"/>
                </a:solidFill>
                <a:latin typeface="Verdana"/>
                <a:cs typeface="Verdana"/>
              </a:rPr>
              <a:t>Singular: </a:t>
            </a:r>
            <a:r>
              <a:rPr dirty="0" sz="1600" spc="-110">
                <a:latin typeface="Verdana"/>
                <a:cs typeface="Verdana"/>
              </a:rPr>
              <a:t>S+helping </a:t>
            </a:r>
            <a:r>
              <a:rPr dirty="0" sz="1600" spc="-140">
                <a:latin typeface="Verdana"/>
                <a:cs typeface="Verdana"/>
              </a:rPr>
              <a:t>verb(will)+not+1</a:t>
            </a:r>
            <a:r>
              <a:rPr baseline="26455" dirty="0" sz="1575" spc="-209">
                <a:latin typeface="Verdana"/>
                <a:cs typeface="Verdana"/>
              </a:rPr>
              <a:t>st  </a:t>
            </a:r>
            <a:r>
              <a:rPr dirty="0" sz="1600" spc="-100">
                <a:latin typeface="Verdana"/>
                <a:cs typeface="Verdana"/>
              </a:rPr>
              <a:t>verb+ing+O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Verdana"/>
              <a:cs typeface="Verdana"/>
            </a:endParaRPr>
          </a:p>
          <a:p>
            <a:pPr indent="60325" marL="38100" marR="71120">
              <a:lnSpc>
                <a:spcPct val="75000"/>
              </a:lnSpc>
            </a:pPr>
            <a:r>
              <a:rPr dirty="0" sz="1600" spc="-120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600" spc="-110">
                <a:latin typeface="Verdana"/>
                <a:cs typeface="Verdana"/>
              </a:rPr>
              <a:t>S+helping </a:t>
            </a:r>
            <a:r>
              <a:rPr dirty="0" sz="1600" spc="-140">
                <a:latin typeface="Verdana"/>
                <a:cs typeface="Verdana"/>
              </a:rPr>
              <a:t>verb(Shall)+not+1</a:t>
            </a:r>
            <a:r>
              <a:rPr baseline="26455" dirty="0" sz="1575" spc="-209">
                <a:latin typeface="Verdana"/>
                <a:cs typeface="Verdana"/>
              </a:rPr>
              <a:t>st  </a:t>
            </a:r>
            <a:r>
              <a:rPr dirty="0" sz="1600" spc="-100">
                <a:latin typeface="Verdana"/>
                <a:cs typeface="Verdana"/>
              </a:rPr>
              <a:t>verb+ing+O</a:t>
            </a:r>
            <a:endParaRPr sz="16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415"/>
              </a:spcBef>
            </a:pPr>
            <a:r>
              <a:rPr dirty="0" sz="1600" spc="-5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dirty="0" sz="1600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1600" spc="-5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1048812" name="object 11"/>
          <p:cNvSpPr txBox="1"/>
          <p:nvPr/>
        </p:nvSpPr>
        <p:spPr>
          <a:xfrm>
            <a:off x="1201216" y="5560872"/>
            <a:ext cx="3989704" cy="1059815"/>
          </a:xfrm>
          <a:prstGeom prst="rect"/>
        </p:spPr>
        <p:txBody>
          <a:bodyPr bIns="0" lIns="0" rIns="0" rtlCol="0" tIns="73025" vert="horz" wrap="square">
            <a:spAutoFit/>
          </a:bodyPr>
          <a:p>
            <a:pPr marL="38100" marR="30480">
              <a:lnSpc>
                <a:spcPct val="75000"/>
              </a:lnSpc>
              <a:spcBef>
                <a:spcPts val="575"/>
              </a:spcBef>
            </a:pPr>
            <a:r>
              <a:rPr dirty="0" sz="1600" spc="-105">
                <a:solidFill>
                  <a:srgbClr val="0000CC"/>
                </a:solidFill>
                <a:latin typeface="Verdana"/>
                <a:cs typeface="Verdana"/>
              </a:rPr>
              <a:t>Singular </a:t>
            </a:r>
            <a:r>
              <a:rPr dirty="0" sz="1600" spc="-110">
                <a:solidFill>
                  <a:srgbClr val="0000CC"/>
                </a:solidFill>
                <a:latin typeface="Verdana"/>
                <a:cs typeface="Verdana"/>
              </a:rPr>
              <a:t>:</a:t>
            </a:r>
            <a:r>
              <a:rPr dirty="0" sz="1600" spc="-110">
                <a:latin typeface="Verdana"/>
                <a:cs typeface="Verdana"/>
              </a:rPr>
              <a:t>helping </a:t>
            </a:r>
            <a:r>
              <a:rPr dirty="0" sz="1600" spc="-160">
                <a:latin typeface="Verdana"/>
                <a:cs typeface="Verdana"/>
              </a:rPr>
              <a:t>verb(will)++S+1</a:t>
            </a:r>
            <a:r>
              <a:rPr baseline="26455" dirty="0" sz="1575" spc="-240">
                <a:latin typeface="Verdana"/>
                <a:cs typeface="Verdana"/>
              </a:rPr>
              <a:t>st </a:t>
            </a:r>
            <a:r>
              <a:rPr dirty="0" sz="1600" spc="-90">
                <a:latin typeface="Verdana"/>
                <a:cs typeface="Verdana"/>
              </a:rPr>
              <a:t>form </a:t>
            </a:r>
            <a:r>
              <a:rPr dirty="0" sz="1600" spc="-70">
                <a:latin typeface="Verdana"/>
                <a:cs typeface="Verdana"/>
              </a:rPr>
              <a:t>of  </a:t>
            </a:r>
            <a:r>
              <a:rPr dirty="0" sz="1600" spc="-105">
                <a:latin typeface="Verdana"/>
                <a:cs typeface="Verdana"/>
              </a:rPr>
              <a:t>verb+ing+O?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Verdana"/>
              <a:cs typeface="Verdana"/>
            </a:endParaRPr>
          </a:p>
          <a:p>
            <a:pPr indent="60325" marL="38100" marR="424815">
              <a:lnSpc>
                <a:spcPct val="75000"/>
              </a:lnSpc>
            </a:pPr>
            <a:r>
              <a:rPr dirty="0" sz="1600" spc="-120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600" spc="-70">
                <a:latin typeface="Verdana"/>
                <a:cs typeface="Verdana"/>
              </a:rPr>
              <a:t>Helping </a:t>
            </a:r>
            <a:r>
              <a:rPr dirty="0" sz="1600" spc="-150">
                <a:latin typeface="Verdana"/>
                <a:cs typeface="Verdana"/>
              </a:rPr>
              <a:t>verb(Shall)+1</a:t>
            </a:r>
            <a:r>
              <a:rPr baseline="26455" dirty="0" sz="1575" spc="-225">
                <a:latin typeface="Verdana"/>
                <a:cs typeface="Verdana"/>
              </a:rPr>
              <a:t>st </a:t>
            </a:r>
            <a:r>
              <a:rPr dirty="0" sz="1600" spc="-90">
                <a:latin typeface="Verdana"/>
                <a:cs typeface="Verdana"/>
              </a:rPr>
              <a:t>form </a:t>
            </a:r>
            <a:r>
              <a:rPr dirty="0" sz="1600" spc="-70">
                <a:latin typeface="Verdana"/>
                <a:cs typeface="Verdana"/>
              </a:rPr>
              <a:t>of  </a:t>
            </a:r>
            <a:r>
              <a:rPr dirty="0" sz="1600" spc="-105">
                <a:latin typeface="Verdana"/>
                <a:cs typeface="Verdana"/>
              </a:rPr>
              <a:t>verb+ing+O?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48813" name="object 12"/>
          <p:cNvSpPr txBox="1"/>
          <p:nvPr/>
        </p:nvSpPr>
        <p:spPr>
          <a:xfrm>
            <a:off x="6382258" y="1645691"/>
            <a:ext cx="4751705" cy="4445635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41910">
              <a:lnSpc>
                <a:spcPct val="100000"/>
              </a:lnSpc>
              <a:spcBef>
                <a:spcPts val="130"/>
              </a:spcBef>
            </a:pPr>
            <a:r>
              <a:rPr dirty="0" sz="2500" i="1" spc="-80">
                <a:solidFill>
                  <a:srgbClr val="00AF50"/>
                </a:solidFill>
                <a:latin typeface="Arial Black"/>
                <a:cs typeface="Arial Black"/>
              </a:rPr>
              <a:t>Passive</a:t>
            </a:r>
            <a:r>
              <a:rPr dirty="0" sz="2500" i="1" spc="-40">
                <a:solidFill>
                  <a:srgbClr val="00AF50"/>
                </a:solidFill>
                <a:latin typeface="Arial Black"/>
                <a:cs typeface="Arial Black"/>
              </a:rPr>
              <a:t> </a:t>
            </a:r>
            <a:r>
              <a:rPr dirty="0" sz="2500" i="1" spc="-75">
                <a:solidFill>
                  <a:srgbClr val="00AF5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dirty="0" sz="1600">
                <a:solidFill>
                  <a:srgbClr val="C32CBB"/>
                </a:solidFill>
                <a:latin typeface="Arial Black"/>
                <a:cs typeface="Arial Black"/>
              </a:rPr>
              <a:t>Affirmative</a:t>
            </a:r>
            <a:r>
              <a:rPr dirty="0" sz="1600" spc="30">
                <a:solidFill>
                  <a:srgbClr val="C32CBB"/>
                </a:solidFill>
                <a:latin typeface="Arial Black"/>
                <a:cs typeface="Arial Black"/>
              </a:rPr>
              <a:t> </a:t>
            </a:r>
            <a:r>
              <a:rPr dirty="0" sz="1600" spc="-5">
                <a:solidFill>
                  <a:srgbClr val="C32CBB"/>
                </a:solidFill>
                <a:latin typeface="Arial Black"/>
                <a:cs typeface="Arial Black"/>
              </a:rPr>
              <a:t>Sentence</a:t>
            </a:r>
            <a:endParaRPr sz="1600">
              <a:latin typeface="Arial Black"/>
              <a:cs typeface="Arial Black"/>
            </a:endParaRPr>
          </a:p>
          <a:p>
            <a:pPr marL="38100" marR="400685">
              <a:lnSpc>
                <a:spcPts val="3350"/>
              </a:lnSpc>
              <a:spcBef>
                <a:spcPts val="335"/>
              </a:spcBef>
            </a:pPr>
            <a:r>
              <a:rPr dirty="0" sz="1600" spc="-105">
                <a:solidFill>
                  <a:srgbClr val="0000CC"/>
                </a:solidFill>
                <a:latin typeface="Verdana"/>
                <a:cs typeface="Verdana"/>
              </a:rPr>
              <a:t>Singular </a:t>
            </a:r>
            <a:r>
              <a:rPr dirty="0" sz="1600" spc="-130">
                <a:solidFill>
                  <a:srgbClr val="0000CC"/>
                </a:solidFill>
                <a:latin typeface="Verdana"/>
                <a:cs typeface="Verdana"/>
              </a:rPr>
              <a:t>:</a:t>
            </a:r>
            <a:r>
              <a:rPr dirty="0" sz="1600" spc="-130">
                <a:latin typeface="Verdana"/>
                <a:cs typeface="Verdana"/>
              </a:rPr>
              <a:t>S+helping </a:t>
            </a:r>
            <a:r>
              <a:rPr dirty="0" sz="1600" spc="-105">
                <a:latin typeface="Verdana"/>
                <a:cs typeface="Verdana"/>
              </a:rPr>
              <a:t>verb(Will </a:t>
            </a:r>
            <a:r>
              <a:rPr dirty="0" sz="1600" spc="-120">
                <a:latin typeface="Verdana"/>
                <a:cs typeface="Verdana"/>
              </a:rPr>
              <a:t>be)+V </a:t>
            </a:r>
            <a:r>
              <a:rPr dirty="0" sz="1600" spc="-80">
                <a:latin typeface="Verdana"/>
                <a:cs typeface="Verdana"/>
              </a:rPr>
              <a:t>3</a:t>
            </a:r>
            <a:r>
              <a:rPr baseline="26455" dirty="0" sz="1575" spc="-120">
                <a:latin typeface="Verdana"/>
                <a:cs typeface="Verdana"/>
              </a:rPr>
              <a:t>rd </a:t>
            </a:r>
            <a:r>
              <a:rPr dirty="0" sz="1600" spc="-110">
                <a:latin typeface="Verdana"/>
                <a:cs typeface="Verdana"/>
              </a:rPr>
              <a:t>+by+O  </a:t>
            </a:r>
            <a:r>
              <a:rPr dirty="0" sz="1600" spc="-120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600" spc="-110">
                <a:latin typeface="Verdana"/>
                <a:cs typeface="Verdana"/>
              </a:rPr>
              <a:t>S+helping </a:t>
            </a:r>
            <a:r>
              <a:rPr dirty="0" sz="1600" spc="-125">
                <a:latin typeface="Verdana"/>
                <a:cs typeface="Verdana"/>
              </a:rPr>
              <a:t>verb(Shall </a:t>
            </a:r>
            <a:r>
              <a:rPr dirty="0" sz="1600" spc="-114">
                <a:latin typeface="Verdana"/>
                <a:cs typeface="Verdana"/>
              </a:rPr>
              <a:t>be)+V</a:t>
            </a:r>
            <a:r>
              <a:rPr dirty="0" sz="1600" spc="-40">
                <a:latin typeface="Verdana"/>
                <a:cs typeface="Verdana"/>
              </a:rPr>
              <a:t> </a:t>
            </a:r>
            <a:r>
              <a:rPr dirty="0" sz="1600" spc="-100">
                <a:latin typeface="Verdana"/>
                <a:cs typeface="Verdana"/>
              </a:rPr>
              <a:t>3</a:t>
            </a:r>
            <a:r>
              <a:rPr baseline="26455" dirty="0" sz="1575" spc="-150">
                <a:latin typeface="Verdana"/>
                <a:cs typeface="Verdana"/>
              </a:rPr>
              <a:t>rd</a:t>
            </a:r>
            <a:r>
              <a:rPr dirty="0" sz="1600" spc="-100">
                <a:latin typeface="Verdana"/>
                <a:cs typeface="Verdana"/>
              </a:rPr>
              <a:t>+by+O</a:t>
            </a:r>
            <a:endParaRPr sz="16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065"/>
              </a:spcBef>
            </a:pPr>
            <a:r>
              <a:rPr dirty="0" sz="1600" spc="-10">
                <a:solidFill>
                  <a:srgbClr val="2D75B6"/>
                </a:solidFill>
                <a:latin typeface="Arial Black"/>
                <a:cs typeface="Arial Black"/>
              </a:rPr>
              <a:t>Negative </a:t>
            </a:r>
            <a:r>
              <a:rPr dirty="0" sz="1600" spc="-5">
                <a:solidFill>
                  <a:srgbClr val="2D75B6"/>
                </a:solidFill>
                <a:latin typeface="Arial Black"/>
                <a:cs typeface="Arial Black"/>
              </a:rPr>
              <a:t>Sencent</a:t>
            </a:r>
            <a:endParaRPr sz="1600">
              <a:latin typeface="Arial Black"/>
              <a:cs typeface="Arial Black"/>
            </a:endParaRPr>
          </a:p>
          <a:p>
            <a:pPr marL="38100">
              <a:lnSpc>
                <a:spcPts val="1680"/>
              </a:lnSpc>
              <a:spcBef>
                <a:spcPts val="1420"/>
              </a:spcBef>
            </a:pPr>
            <a:r>
              <a:rPr dirty="0" sz="1600" spc="-120">
                <a:solidFill>
                  <a:srgbClr val="0000CC"/>
                </a:solidFill>
                <a:latin typeface="Verdana"/>
                <a:cs typeface="Verdana"/>
              </a:rPr>
              <a:t>Singular: </a:t>
            </a:r>
            <a:r>
              <a:rPr dirty="0" sz="1600" spc="-110">
                <a:latin typeface="Verdana"/>
                <a:cs typeface="Verdana"/>
              </a:rPr>
              <a:t>S+helping verb(Will)+not+be+V</a:t>
            </a:r>
            <a:r>
              <a:rPr dirty="0" sz="1600" spc="-60">
                <a:latin typeface="Verdana"/>
                <a:cs typeface="Verdana"/>
              </a:rPr>
              <a:t> </a:t>
            </a:r>
            <a:r>
              <a:rPr dirty="0" sz="1600" spc="-85">
                <a:latin typeface="Verdana"/>
                <a:cs typeface="Verdana"/>
              </a:rPr>
              <a:t>3</a:t>
            </a:r>
            <a:r>
              <a:rPr baseline="26455" dirty="0" sz="1575" spc="-127">
                <a:latin typeface="Verdana"/>
                <a:cs typeface="Verdana"/>
              </a:rPr>
              <a:t>rd</a:t>
            </a:r>
            <a:endParaRPr baseline="26455" sz="1575">
              <a:latin typeface="Verdana"/>
              <a:cs typeface="Verdana"/>
            </a:endParaRPr>
          </a:p>
          <a:p>
            <a:pPr marL="38100">
              <a:lnSpc>
                <a:spcPts val="1680"/>
              </a:lnSpc>
            </a:pPr>
            <a:r>
              <a:rPr dirty="0" sz="1600" spc="-110">
                <a:latin typeface="Verdana"/>
                <a:cs typeface="Verdana"/>
              </a:rPr>
              <a:t>+by+O</a:t>
            </a:r>
            <a:endParaRPr sz="1600">
              <a:latin typeface="Verdana"/>
              <a:cs typeface="Verdana"/>
            </a:endParaRPr>
          </a:p>
          <a:p>
            <a:pPr marL="98425">
              <a:lnSpc>
                <a:spcPct val="100000"/>
              </a:lnSpc>
              <a:spcBef>
                <a:spcPts val="1425"/>
              </a:spcBef>
            </a:pPr>
            <a:r>
              <a:rPr dirty="0" sz="1600" spc="-120">
                <a:solidFill>
                  <a:srgbClr val="006600"/>
                </a:solidFill>
                <a:latin typeface="Verdana"/>
                <a:cs typeface="Verdana"/>
              </a:rPr>
              <a:t>Plural: </a:t>
            </a:r>
            <a:r>
              <a:rPr dirty="0" sz="1600" spc="-110">
                <a:latin typeface="Verdana"/>
                <a:cs typeface="Verdana"/>
              </a:rPr>
              <a:t>S+helping </a:t>
            </a:r>
            <a:r>
              <a:rPr dirty="0" sz="1600" spc="-120">
                <a:latin typeface="Verdana"/>
                <a:cs typeface="Verdana"/>
              </a:rPr>
              <a:t>verb(shall)+not+be+V</a:t>
            </a:r>
            <a:r>
              <a:rPr dirty="0" sz="1600" spc="-30">
                <a:latin typeface="Verdana"/>
                <a:cs typeface="Verdana"/>
              </a:rPr>
              <a:t> </a:t>
            </a:r>
            <a:r>
              <a:rPr dirty="0" sz="1600" spc="-100">
                <a:latin typeface="Verdana"/>
                <a:cs typeface="Verdana"/>
              </a:rPr>
              <a:t>3</a:t>
            </a:r>
            <a:r>
              <a:rPr baseline="26455" dirty="0" sz="1575" spc="-150">
                <a:latin typeface="Verdana"/>
                <a:cs typeface="Verdana"/>
              </a:rPr>
              <a:t>rd</a:t>
            </a:r>
            <a:r>
              <a:rPr dirty="0" sz="1600" spc="-100">
                <a:latin typeface="Verdana"/>
                <a:cs typeface="Verdana"/>
              </a:rPr>
              <a:t>+by+O</a:t>
            </a:r>
            <a:endParaRPr sz="16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415"/>
              </a:spcBef>
            </a:pPr>
            <a:r>
              <a:rPr dirty="0" sz="1600" spc="-5">
                <a:solidFill>
                  <a:srgbClr val="AF810C"/>
                </a:solidFill>
                <a:latin typeface="Arial Black"/>
                <a:cs typeface="Arial Black"/>
              </a:rPr>
              <a:t>Interrogative Sentence</a:t>
            </a:r>
            <a:endParaRPr sz="1600">
              <a:latin typeface="Arial Black"/>
              <a:cs typeface="Arial Black"/>
            </a:endParaRPr>
          </a:p>
          <a:p>
            <a:pPr indent="-60960" marL="98425" marR="224154">
              <a:lnSpc>
                <a:spcPts val="3350"/>
              </a:lnSpc>
              <a:spcBef>
                <a:spcPts val="340"/>
              </a:spcBef>
            </a:pPr>
            <a:r>
              <a:rPr dirty="0" sz="1600" spc="-120">
                <a:solidFill>
                  <a:srgbClr val="0000CC"/>
                </a:solidFill>
                <a:latin typeface="Verdana"/>
                <a:cs typeface="Verdana"/>
              </a:rPr>
              <a:t>Singular: </a:t>
            </a:r>
            <a:r>
              <a:rPr dirty="0" sz="1600" spc="-110">
                <a:latin typeface="Verdana"/>
                <a:cs typeface="Verdana"/>
              </a:rPr>
              <a:t>S+helping </a:t>
            </a:r>
            <a:r>
              <a:rPr dirty="0" sz="1600" spc="-125">
                <a:latin typeface="Verdana"/>
                <a:cs typeface="Verdana"/>
              </a:rPr>
              <a:t>verb(will)+s+be+3</a:t>
            </a:r>
            <a:r>
              <a:rPr baseline="26455" dirty="0" sz="1575" spc="-187">
                <a:latin typeface="Verdana"/>
                <a:cs typeface="Verdana"/>
              </a:rPr>
              <a:t>rd </a:t>
            </a:r>
            <a:r>
              <a:rPr dirty="0" sz="1600" spc="-114">
                <a:latin typeface="Verdana"/>
                <a:cs typeface="Verdana"/>
              </a:rPr>
              <a:t>+by+O?  </a:t>
            </a:r>
            <a:r>
              <a:rPr dirty="0" sz="1600" spc="-95">
                <a:solidFill>
                  <a:srgbClr val="006600"/>
                </a:solidFill>
                <a:latin typeface="Verdana"/>
                <a:cs typeface="Verdana"/>
              </a:rPr>
              <a:t>Plural:</a:t>
            </a:r>
            <a:r>
              <a:rPr dirty="0" sz="1600" spc="-95">
                <a:latin typeface="Verdana"/>
                <a:cs typeface="Verdana"/>
              </a:rPr>
              <a:t>Helping </a:t>
            </a:r>
            <a:r>
              <a:rPr dirty="0" sz="1600" spc="-135">
                <a:latin typeface="Verdana"/>
                <a:cs typeface="Verdana"/>
              </a:rPr>
              <a:t>verb(shall)+S+be+V</a:t>
            </a:r>
            <a:r>
              <a:rPr dirty="0" sz="1600" spc="-105">
                <a:latin typeface="Verdana"/>
                <a:cs typeface="Verdana"/>
              </a:rPr>
              <a:t> 3</a:t>
            </a:r>
            <a:r>
              <a:rPr baseline="26455" dirty="0" sz="1575" spc="-157">
                <a:latin typeface="Verdana"/>
                <a:cs typeface="Verdana"/>
              </a:rPr>
              <a:t>rd</a:t>
            </a:r>
            <a:r>
              <a:rPr dirty="0" sz="1600" spc="-105">
                <a:latin typeface="Verdana"/>
                <a:cs typeface="Verdana"/>
              </a:rPr>
              <a:t>+by+O?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object 2"/>
          <p:cNvSpPr txBox="1">
            <a:spLocks noGrp="1"/>
          </p:cNvSpPr>
          <p:nvPr>
            <p:ph type="title"/>
          </p:nvPr>
        </p:nvSpPr>
        <p:spPr>
          <a:xfrm>
            <a:off x="2923413" y="520445"/>
            <a:ext cx="4438650" cy="69659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400" spc="-35">
                <a:solidFill>
                  <a:srgbClr val="C00000"/>
                </a:solidFill>
                <a:latin typeface="Trebuchet MS"/>
                <a:cs typeface="Trebuchet MS"/>
              </a:rPr>
              <a:t>Future</a:t>
            </a:r>
            <a:r>
              <a:rPr b="1" dirty="0" sz="4400" spc="-10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dirty="0" sz="4400" spc="-285"/>
              <a:t>Indefinate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1048815" name="object 6"/>
          <p:cNvSpPr txBox="1">
            <a:spLocks noGrp="1"/>
          </p:cNvSpPr>
          <p:nvPr>
            <p:ph sz="half" idx="1"/>
          </p:nvPr>
        </p:nvSpPr>
        <p:spPr>
          <a:xfrm>
            <a:off x="609600" y="1600203"/>
            <a:ext cx="5384800" cy="3610103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449580">
              <a:lnSpc>
                <a:spcPct val="100000"/>
              </a:lnSpc>
              <a:spcBef>
                <a:spcPts val="130"/>
              </a:spcBef>
            </a:pPr>
            <a:r>
              <a:rPr dirty="0" spc="-70"/>
              <a:t>Active </a:t>
            </a:r>
            <a:r>
              <a:rPr dirty="0" spc="-75"/>
              <a:t>voice</a:t>
            </a:r>
          </a:p>
          <a:p>
            <a:pPr indent="-304800" marL="317500">
              <a:lnSpc>
                <a:spcPct val="100000"/>
              </a:lnSpc>
              <a:spcBef>
                <a:spcPts val="1689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dirty="0" sz="2000" i="0" spc="-120">
                <a:solidFill>
                  <a:srgbClr val="C32CBB"/>
                </a:solidFill>
                <a:latin typeface="Verdana"/>
                <a:cs typeface="Verdana"/>
              </a:rPr>
              <a:t>Affirmative</a:t>
            </a:r>
            <a:r>
              <a:rPr dirty="0" sz="2000" i="0" spc="-155">
                <a:solidFill>
                  <a:srgbClr val="C32CBB"/>
                </a:solidFill>
                <a:latin typeface="Verdana"/>
                <a:cs typeface="Verdana"/>
              </a:rPr>
              <a:t> </a:t>
            </a:r>
            <a:r>
              <a:rPr dirty="0" sz="2000" i="0" spc="-135">
                <a:solidFill>
                  <a:srgbClr val="C32CBB"/>
                </a:solidFill>
                <a:latin typeface="Verdana"/>
                <a:cs typeface="Verdana"/>
              </a:rPr>
              <a:t>Sentence</a:t>
            </a:r>
            <a:endParaRPr sz="2000">
              <a:latin typeface="Verdana"/>
              <a:cs typeface="Verdana"/>
            </a:endParaRPr>
          </a:p>
          <a:p>
            <a:pPr marL="321945">
              <a:lnSpc>
                <a:spcPct val="100000"/>
              </a:lnSpc>
              <a:spcBef>
                <a:spcPts val="1789"/>
              </a:spcBef>
            </a:pPr>
            <a:r>
              <a:rPr dirty="0" sz="2000" i="0">
                <a:solidFill>
                  <a:srgbClr val="000000"/>
                </a:solidFill>
                <a:latin typeface="Georgia"/>
                <a:cs typeface="Georgia"/>
              </a:rPr>
              <a:t>He </a:t>
            </a:r>
            <a:r>
              <a:rPr dirty="0" sz="2000" i="0" spc="-5">
                <a:solidFill>
                  <a:srgbClr val="000000"/>
                </a:solidFill>
                <a:latin typeface="Georgia"/>
                <a:cs typeface="Georgia"/>
              </a:rPr>
              <a:t>will buy </a:t>
            </a:r>
            <a:r>
              <a:rPr dirty="0" sz="2000" i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dirty="0" sz="2000" i="0" spc="-5">
                <a:solidFill>
                  <a:srgbClr val="000000"/>
                </a:solidFill>
                <a:latin typeface="Georgia"/>
                <a:cs typeface="Georgia"/>
              </a:rPr>
              <a:t> car.</a:t>
            </a:r>
            <a:endParaRPr sz="2000">
              <a:latin typeface="Georgia"/>
              <a:cs typeface="Georgia"/>
            </a:endParaRPr>
          </a:p>
          <a:p>
            <a:pPr indent="-304800" marL="317500">
              <a:lnSpc>
                <a:spcPct val="100000"/>
              </a:lnSpc>
              <a:spcBef>
                <a:spcPts val="1714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dirty="0" sz="2000" i="0" spc="-10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dirty="0" sz="2000" i="0" spc="-5">
                <a:solidFill>
                  <a:srgbClr val="2D75B6"/>
                </a:solidFill>
                <a:latin typeface="Arial Black"/>
                <a:cs typeface="Arial Black"/>
              </a:rPr>
              <a:t> Sencent</a:t>
            </a:r>
            <a:endParaRPr sz="2000">
              <a:latin typeface="Arial Black"/>
              <a:cs typeface="Arial Black"/>
            </a:endParaRPr>
          </a:p>
          <a:p>
            <a:pPr marL="384175">
              <a:lnSpc>
                <a:spcPct val="100000"/>
              </a:lnSpc>
              <a:spcBef>
                <a:spcPts val="1840"/>
              </a:spcBef>
            </a:pPr>
            <a:r>
              <a:rPr dirty="0" sz="2000" i="0">
                <a:solidFill>
                  <a:srgbClr val="000000"/>
                </a:solidFill>
                <a:latin typeface="Georgia"/>
                <a:cs typeface="Georgia"/>
              </a:rPr>
              <a:t>He </a:t>
            </a:r>
            <a:r>
              <a:rPr dirty="0" sz="2000" i="0" spc="-5">
                <a:solidFill>
                  <a:srgbClr val="000000"/>
                </a:solidFill>
                <a:latin typeface="Georgia"/>
                <a:cs typeface="Georgia"/>
              </a:rPr>
              <a:t>will </a:t>
            </a:r>
            <a:r>
              <a:rPr dirty="0" sz="2000" i="0">
                <a:solidFill>
                  <a:srgbClr val="000000"/>
                </a:solidFill>
                <a:latin typeface="Georgia"/>
                <a:cs typeface="Georgia"/>
              </a:rPr>
              <a:t>not </a:t>
            </a:r>
            <a:r>
              <a:rPr dirty="0" sz="2000" i="0" spc="-5">
                <a:solidFill>
                  <a:srgbClr val="000000"/>
                </a:solidFill>
                <a:latin typeface="Georgia"/>
                <a:cs typeface="Georgia"/>
              </a:rPr>
              <a:t>buy </a:t>
            </a:r>
            <a:r>
              <a:rPr dirty="0" sz="2000" i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dirty="0" sz="2000" i="0" spc="-2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 sz="2000" i="0" spc="-5">
                <a:solidFill>
                  <a:srgbClr val="000000"/>
                </a:solidFill>
                <a:latin typeface="Georgia"/>
                <a:cs typeface="Georgia"/>
              </a:rPr>
              <a:t>car.</a:t>
            </a:r>
            <a:endParaRPr sz="2000">
              <a:latin typeface="Georgia"/>
              <a:cs typeface="Georgia"/>
            </a:endParaRPr>
          </a:p>
          <a:p>
            <a:pPr indent="-304800" marL="317500">
              <a:lnSpc>
                <a:spcPct val="100000"/>
              </a:lnSpc>
              <a:spcBef>
                <a:spcPts val="1714"/>
              </a:spcBef>
              <a:buClr>
                <a:srgbClr val="385622"/>
              </a:buClr>
              <a:buFont typeface="Arial"/>
              <a:buChar char="•"/>
              <a:tabLst>
                <a:tab algn="l" pos="316865"/>
                <a:tab algn="l" pos="317500"/>
              </a:tabLst>
            </a:pPr>
            <a:r>
              <a:rPr dirty="0" sz="2000" i="0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dirty="0" sz="2000" i="0" spc="-65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2000" i="0" spc="-5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2000">
              <a:latin typeface="Arial Black"/>
              <a:cs typeface="Arial Black"/>
            </a:endParaRPr>
          </a:p>
          <a:p>
            <a:pPr marL="321945">
              <a:lnSpc>
                <a:spcPct val="100000"/>
              </a:lnSpc>
              <a:spcBef>
                <a:spcPts val="1850"/>
              </a:spcBef>
            </a:pPr>
            <a:r>
              <a:rPr dirty="0" sz="2000" i="0">
                <a:solidFill>
                  <a:srgbClr val="000000"/>
                </a:solidFill>
                <a:latin typeface="Georgia"/>
                <a:cs typeface="Georgia"/>
              </a:rPr>
              <a:t>Will </a:t>
            </a:r>
            <a:r>
              <a:rPr dirty="0" sz="2000" i="0" spc="-5">
                <a:solidFill>
                  <a:srgbClr val="000000"/>
                </a:solidFill>
                <a:latin typeface="Georgia"/>
                <a:cs typeface="Georgia"/>
              </a:rPr>
              <a:t>he buy </a:t>
            </a:r>
            <a:r>
              <a:rPr dirty="0" sz="2000" i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dirty="0" sz="2000" i="0" spc="5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 sz="2000" i="0" spc="-5">
                <a:solidFill>
                  <a:srgbClr val="000000"/>
                </a:solidFill>
                <a:latin typeface="Georgia"/>
                <a:cs typeface="Georgia"/>
              </a:rPr>
              <a:t>car.?</a:t>
            </a:r>
            <a:endParaRPr sz="2000">
              <a:latin typeface="Georgia"/>
              <a:cs typeface="Georgia"/>
            </a:endParaRPr>
          </a:p>
        </p:txBody>
      </p:sp>
      <p:grpSp>
        <p:nvGrpSpPr>
          <p:cNvPr id="108" name="object 3"/>
          <p:cNvGrpSpPr/>
          <p:nvPr/>
        </p:nvGrpSpPr>
        <p:grpSpPr>
          <a:xfrm>
            <a:off x="7267956" y="709041"/>
            <a:ext cx="1608455" cy="458470"/>
            <a:chOff x="7267956" y="709041"/>
            <a:chExt cx="1608455" cy="458470"/>
          </a:xfrm>
        </p:grpSpPr>
        <p:sp>
          <p:nvSpPr>
            <p:cNvPr id="1048816" name="object 4"/>
            <p:cNvSpPr/>
            <p:nvPr/>
          </p:nvSpPr>
          <p:spPr>
            <a:xfrm>
              <a:off x="7267956" y="964692"/>
              <a:ext cx="1589531" cy="202691"/>
            </a:xfrm>
            <a:prstGeom prst="rect"/>
            <a:blipFill>
              <a:blip xmlns:r="http://schemas.openxmlformats.org/officeDocument/2006/relationships" r:embed="rId1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  <p:sp>
          <p:nvSpPr>
            <p:cNvPr id="1048817" name="object 5"/>
            <p:cNvSpPr/>
            <p:nvPr/>
          </p:nvSpPr>
          <p:spPr>
            <a:xfrm>
              <a:off x="7514336" y="709041"/>
              <a:ext cx="1361821" cy="391668"/>
            </a:xfrm>
            <a:prstGeom prst="rect"/>
            <a:blipFill>
              <a:blip xmlns:r="http://schemas.openxmlformats.org/officeDocument/2006/relationships" r:embed="rId2" cstate="print"/>
              <a:stretch>
                <a:fillRect/>
              </a:stretch>
            </a:blipFill>
          </p:spPr>
          <p:txBody>
            <a:bodyPr bIns="0" lIns="0" rIns="0" rtlCol="0" tIns="0" wrap="square"/>
            <a:p/>
          </p:txBody>
        </p:sp>
      </p:grpSp>
      <p:sp>
        <p:nvSpPr>
          <p:cNvPr id="1048818" name="object 7"/>
          <p:cNvSpPr txBox="1"/>
          <p:nvPr/>
        </p:nvSpPr>
        <p:spPr>
          <a:xfrm>
            <a:off x="7132701" y="1645691"/>
            <a:ext cx="3932554" cy="3542157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i="1" spc="-80">
                <a:solidFill>
                  <a:srgbClr val="00AF50"/>
                </a:solidFill>
                <a:latin typeface="Arial Black"/>
                <a:cs typeface="Arial Black"/>
              </a:rPr>
              <a:t>Passive</a:t>
            </a:r>
            <a:r>
              <a:rPr dirty="0" sz="2500" i="1" spc="-40">
                <a:solidFill>
                  <a:srgbClr val="00AF50"/>
                </a:solidFill>
                <a:latin typeface="Arial Black"/>
                <a:cs typeface="Arial Black"/>
              </a:rPr>
              <a:t> </a:t>
            </a:r>
            <a:r>
              <a:rPr dirty="0" sz="2500" i="1" spc="-75">
                <a:solidFill>
                  <a:srgbClr val="00AF50"/>
                </a:solidFill>
                <a:latin typeface="Arial Black"/>
                <a:cs typeface="Arial Black"/>
              </a:rPr>
              <a:t>voice</a:t>
            </a:r>
            <a:endParaRPr sz="2500">
              <a:latin typeface="Arial Black"/>
              <a:cs typeface="Arial Black"/>
            </a:endParaRPr>
          </a:p>
          <a:p>
            <a:pPr indent="-306070" marL="379730">
              <a:lnSpc>
                <a:spcPct val="100000"/>
              </a:lnSpc>
              <a:spcBef>
                <a:spcPts val="1605"/>
              </a:spcBef>
              <a:buClr>
                <a:srgbClr val="385622"/>
              </a:buClr>
              <a:buFont typeface="Arial"/>
              <a:buChar char="•"/>
              <a:tabLst>
                <a:tab algn="l" pos="379730"/>
                <a:tab algn="l" pos="380365"/>
              </a:tabLst>
            </a:pPr>
            <a:r>
              <a:rPr dirty="0" sz="2000" spc="-120">
                <a:solidFill>
                  <a:srgbClr val="C32CBB"/>
                </a:solidFill>
                <a:latin typeface="Verdana"/>
                <a:cs typeface="Verdana"/>
              </a:rPr>
              <a:t>Affirmative</a:t>
            </a:r>
            <a:r>
              <a:rPr dirty="0" sz="2000" spc="-155">
                <a:solidFill>
                  <a:srgbClr val="C32CBB"/>
                </a:solidFill>
                <a:latin typeface="Verdana"/>
                <a:cs typeface="Verdana"/>
              </a:rPr>
              <a:t> </a:t>
            </a:r>
            <a:r>
              <a:rPr dirty="0" sz="2000" spc="-135">
                <a:solidFill>
                  <a:srgbClr val="C32CBB"/>
                </a:solidFill>
                <a:latin typeface="Verdana"/>
                <a:cs typeface="Verdana"/>
              </a:rPr>
              <a:t>Sentence</a:t>
            </a:r>
            <a:endParaRPr sz="2000">
              <a:latin typeface="Verdana"/>
              <a:cs typeface="Verdana"/>
            </a:endParaRPr>
          </a:p>
          <a:p>
            <a:pPr marL="321945">
              <a:lnSpc>
                <a:spcPct val="100000"/>
              </a:lnSpc>
              <a:spcBef>
                <a:spcPts val="1789"/>
              </a:spcBef>
            </a:pPr>
            <a:r>
              <a:rPr dirty="0" sz="2000">
                <a:latin typeface="Georgia"/>
                <a:cs typeface="Georgia"/>
              </a:rPr>
              <a:t>A </a:t>
            </a:r>
            <a:r>
              <a:rPr dirty="0" sz="2000" spc="-5">
                <a:latin typeface="Georgia"/>
                <a:cs typeface="Georgia"/>
              </a:rPr>
              <a:t>car will be </a:t>
            </a:r>
            <a:r>
              <a:rPr dirty="0" sz="2000">
                <a:latin typeface="Georgia"/>
                <a:cs typeface="Georgia"/>
              </a:rPr>
              <a:t>Bought </a:t>
            </a:r>
            <a:r>
              <a:rPr dirty="0" sz="2000" spc="-5">
                <a:latin typeface="Georgia"/>
                <a:cs typeface="Georgia"/>
              </a:rPr>
              <a:t>by</a:t>
            </a:r>
            <a:r>
              <a:rPr dirty="0" sz="2000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him.</a:t>
            </a:r>
            <a:endParaRPr sz="2000">
              <a:latin typeface="Georgia"/>
              <a:cs typeface="Georgia"/>
            </a:endParaRPr>
          </a:p>
          <a:p>
            <a:pPr indent="-306070" marL="379730">
              <a:lnSpc>
                <a:spcPct val="100000"/>
              </a:lnSpc>
              <a:spcBef>
                <a:spcPts val="1714"/>
              </a:spcBef>
              <a:buClr>
                <a:srgbClr val="385622"/>
              </a:buClr>
              <a:buFont typeface="Arial"/>
              <a:buChar char="•"/>
              <a:tabLst>
                <a:tab algn="l" pos="379730"/>
                <a:tab algn="l" pos="380365"/>
              </a:tabLst>
            </a:pPr>
            <a:r>
              <a:rPr dirty="0" sz="2000" spc="-10">
                <a:solidFill>
                  <a:srgbClr val="2D75B6"/>
                </a:solidFill>
                <a:latin typeface="Arial Black"/>
                <a:cs typeface="Arial Black"/>
              </a:rPr>
              <a:t>Negative</a:t>
            </a:r>
            <a:r>
              <a:rPr dirty="0" sz="2000" spc="-5">
                <a:solidFill>
                  <a:srgbClr val="2D75B6"/>
                </a:solidFill>
                <a:latin typeface="Arial Black"/>
                <a:cs typeface="Arial Black"/>
              </a:rPr>
              <a:t> Sencent</a:t>
            </a:r>
            <a:endParaRPr sz="2000">
              <a:latin typeface="Arial Black"/>
              <a:cs typeface="Arial Black"/>
            </a:endParaRPr>
          </a:p>
          <a:p>
            <a:pPr marL="384175">
              <a:lnSpc>
                <a:spcPct val="100000"/>
              </a:lnSpc>
              <a:spcBef>
                <a:spcPts val="1839"/>
              </a:spcBef>
            </a:pPr>
            <a:r>
              <a:rPr dirty="0" sz="2000">
                <a:latin typeface="Georgia"/>
                <a:cs typeface="Georgia"/>
              </a:rPr>
              <a:t>A </a:t>
            </a:r>
            <a:r>
              <a:rPr dirty="0" sz="2000" spc="-5">
                <a:latin typeface="Georgia"/>
                <a:cs typeface="Georgia"/>
              </a:rPr>
              <a:t>car will </a:t>
            </a:r>
            <a:r>
              <a:rPr dirty="0" sz="2000">
                <a:latin typeface="Georgia"/>
                <a:cs typeface="Georgia"/>
              </a:rPr>
              <a:t>notbe Bought </a:t>
            </a:r>
            <a:r>
              <a:rPr dirty="0" sz="2000" spc="-5">
                <a:latin typeface="Georgia"/>
                <a:cs typeface="Georgia"/>
              </a:rPr>
              <a:t>by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him.</a:t>
            </a:r>
            <a:endParaRPr sz="2000">
              <a:latin typeface="Georgia"/>
              <a:cs typeface="Georgia"/>
            </a:endParaRPr>
          </a:p>
          <a:p>
            <a:pPr indent="-306070" marL="379730">
              <a:lnSpc>
                <a:spcPct val="100000"/>
              </a:lnSpc>
              <a:spcBef>
                <a:spcPts val="1714"/>
              </a:spcBef>
              <a:buClr>
                <a:srgbClr val="385622"/>
              </a:buClr>
              <a:buFont typeface="Arial"/>
              <a:buChar char="•"/>
              <a:tabLst>
                <a:tab algn="l" pos="379730"/>
                <a:tab algn="l" pos="380365"/>
              </a:tabLst>
            </a:pPr>
            <a:r>
              <a:rPr dirty="0" sz="2000">
                <a:solidFill>
                  <a:srgbClr val="AF810C"/>
                </a:solidFill>
                <a:latin typeface="Arial Black"/>
                <a:cs typeface="Arial Black"/>
              </a:rPr>
              <a:t>Interrogative</a:t>
            </a:r>
            <a:r>
              <a:rPr dirty="0" sz="2000" spc="-20">
                <a:solidFill>
                  <a:srgbClr val="AF810C"/>
                </a:solidFill>
                <a:latin typeface="Arial Black"/>
                <a:cs typeface="Arial Black"/>
              </a:rPr>
              <a:t> </a:t>
            </a:r>
            <a:r>
              <a:rPr dirty="0" sz="2000" spc="-5">
                <a:solidFill>
                  <a:srgbClr val="AF810C"/>
                </a:solidFill>
                <a:latin typeface="Arial Black"/>
                <a:cs typeface="Arial Black"/>
              </a:rPr>
              <a:t>Sentence</a:t>
            </a:r>
            <a:endParaRPr sz="2000">
              <a:latin typeface="Arial Black"/>
              <a:cs typeface="Arial Black"/>
            </a:endParaRPr>
          </a:p>
          <a:p>
            <a:pPr marL="384175">
              <a:lnSpc>
                <a:spcPct val="100000"/>
              </a:lnSpc>
              <a:spcBef>
                <a:spcPts val="1800"/>
              </a:spcBef>
            </a:pPr>
            <a:r>
              <a:rPr dirty="0" sz="2000">
                <a:latin typeface="Georgia"/>
                <a:cs typeface="Georgia"/>
              </a:rPr>
              <a:t>Will a car </a:t>
            </a:r>
            <a:r>
              <a:rPr dirty="0" sz="2000" spc="-5">
                <a:latin typeface="Georgia"/>
                <a:cs typeface="Georgia"/>
              </a:rPr>
              <a:t>be </a:t>
            </a:r>
            <a:r>
              <a:rPr dirty="0" sz="2000">
                <a:latin typeface="Georgia"/>
                <a:cs typeface="Georgia"/>
              </a:rPr>
              <a:t>Bought </a:t>
            </a:r>
            <a:r>
              <a:rPr dirty="0" sz="2000" spc="-5">
                <a:latin typeface="Georgia"/>
                <a:cs typeface="Georgia"/>
              </a:rPr>
              <a:t>by</a:t>
            </a:r>
            <a:r>
              <a:rPr dirty="0" sz="2000" spc="-10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him.?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048819" name="object 8"/>
          <p:cNvSpPr/>
          <p:nvPr/>
        </p:nvSpPr>
        <p:spPr>
          <a:xfrm>
            <a:off x="3535679" y="3656074"/>
            <a:ext cx="4251960" cy="3169920"/>
          </a:xfrm>
          <a:prstGeom prst="rect"/>
          <a:blipFill>
            <a:blip xmlns:r="http://schemas.openxmlformats.org/officeDocument/2006/relationships" r:embed="rId3" cstate="print"/>
            <a:stretch>
              <a:fillRect/>
            </a:stretch>
          </a:blip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Active voice Passive voice  All Tenses</dc:title>
  <dc:creator>Mi A1</dc:creator>
  <cp:lastModifiedBy>parul</cp:lastModifiedBy>
  <dcterms:created xsi:type="dcterms:W3CDTF">2020-09-24T23:12:25Z</dcterms:created>
  <dcterms:modified xsi:type="dcterms:W3CDTF">2022-12-29T10:34:33Z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2020-09-25T00:00:00Z</vt:filetime>
  </property>
  <property fmtid="{D5CDD505-2E9C-101B-9397-08002B2CF9AE}" pid="5" name="ICV">
    <vt:lpwstr>dd1cfd191f2a44d1965ec527dcdf0598</vt:lpwstr>
  </property>
</Properties>
</file>