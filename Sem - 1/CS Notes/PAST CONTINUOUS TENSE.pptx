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3175"/>
            <a:ext cx="12204700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125538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351088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8351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66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PAST CONTINUOUS TENSE</a:t>
            </a:r>
            <a:endParaRPr lang="en-IN" altLang="en-US" sz="66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7404" y="263397"/>
            <a:ext cx="778446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000" b="0" i="0" u="none" strike="noStrike" kern="1200" cap="none" spc="-9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PAST  CONTINUOUS </a:t>
            </a:r>
            <a:r>
              <a:rPr kumimoji="0" lang="en-I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TENSE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5447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1485265" algn="just">
              <a:spcBef>
                <a:spcPts val="105"/>
              </a:spcBef>
            </a:pPr>
            <a:r>
              <a:rPr lang="en-IN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It indicates that an action which started in the past and continued in the past for a certain time period.</a:t>
            </a:r>
            <a:endParaRPr lang="en-IN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355600" marR="5080" indent="1485265" algn="just">
              <a:spcBef>
                <a:spcPts val="105"/>
              </a:spcBef>
            </a:pP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For</a:t>
            </a:r>
            <a:r>
              <a:rPr sz="3200" spc="-20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 </a:t>
            </a: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Example</a:t>
            </a:r>
            <a:endParaRPr sz="3200" spc="-5">
              <a:solidFill>
                <a:srgbClr val="006699"/>
              </a:solidFill>
              <a:latin typeface="Verdana" panose="020B0604030504040204"/>
              <a:cs typeface="Verdana" panose="020B0604030504040204"/>
              <a:sym typeface="+mn-ea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 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1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. She was sleeping.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2.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I was going to college.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SENTENCE STRUCTURE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3364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Subject +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was/were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verb-ing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object +other words 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1.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He was reading a book.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 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38935" y="1642745"/>
            <a:ext cx="8457565" cy="5240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SINGULAR                    PLURAL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               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F.P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I </a:t>
            </a:r>
            <a:r>
              <a:rPr lang="en-IN" altLang="en-US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</a:t>
            </a:r>
            <a:r>
              <a:rPr lang="en-IN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was                  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We </a:t>
            </a:r>
            <a:r>
              <a:rPr lang="en-IN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were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S.P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You </a:t>
            </a:r>
            <a:r>
              <a:rPr lang="en-IN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were</a:t>
            </a:r>
            <a:r>
              <a:rPr lang="en-GB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            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You </a:t>
            </a:r>
            <a:r>
              <a:rPr lang="en-IN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were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T.P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He </a:t>
            </a:r>
            <a:r>
              <a:rPr lang="en-IN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was</a:t>
            </a:r>
            <a:r>
              <a:rPr lang="en-GB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 </a:t>
            </a:r>
            <a:endParaRPr lang="en-IN" altLang="en-US" sz="3200" spc="-5" dirty="0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She </a:t>
            </a:r>
            <a:r>
              <a:rPr lang="en-IN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was</a:t>
            </a:r>
            <a:r>
              <a:rPr lang="en-GB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               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They </a:t>
            </a:r>
            <a:r>
              <a:rPr lang="en-IN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were</a:t>
            </a:r>
            <a:endParaRPr lang="en-IN" altLang="en-US" sz="3200" spc="-5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It </a:t>
            </a:r>
            <a:r>
              <a:rPr lang="en-IN" altLang="en-US" sz="3200" spc="-5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was</a:t>
            </a:r>
            <a:endParaRPr lang="en-IN" alt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INTERROGATIVE &amp; NEGATIVE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SENTENCE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691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Was/Were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Subject + verb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-ing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object +other words?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Bob was eating an apple.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Was Bob eating an apple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?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Yes,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Bob was eating an apple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No,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Bob was not eating an apple.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  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10458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cs typeface="Verdana" panose="020B0604030504040204"/>
              </a:rPr>
              <a:t>Fill in the blanks with appropriate verb form.</a:t>
            </a:r>
            <a:endParaRPr lang="en-US" sz="3200" spc="-5" dirty="0">
              <a:solidFill>
                <a:srgbClr val="7030A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1.He ___ </a:t>
            </a:r>
            <a:r>
              <a:rPr lang="en-IN" altLang="en-US" sz="3200" spc="-5" dirty="0">
                <a:solidFill>
                  <a:srgbClr val="0070C0"/>
                </a:solidFill>
                <a:cs typeface="Verdana" panose="020B0604030504040204"/>
              </a:rPr>
              <a:t>a video game yesterday. (play)</a:t>
            </a:r>
            <a:endParaRPr lang="en-IN" alt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cs typeface="Verdana" panose="020B0604030504040204"/>
              </a:rPr>
              <a:t>2. Yesterday at this moment, I ____.(sleep)</a:t>
            </a:r>
            <a:endParaRPr lang="en-IN" alt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cs typeface="Verdana" panose="020B0604030504040204"/>
              </a:rPr>
              <a:t>3. When I called my cousin, she ___ .(drive)</a:t>
            </a:r>
            <a:endParaRPr lang="en-IN" alt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cs typeface="Verdana" panose="020B0604030504040204"/>
              </a:rPr>
              <a:t>4. My mother was cooking food while my sisters ___ clothes. (wash)</a:t>
            </a:r>
            <a:endParaRPr lang="en-IN" alt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cs typeface="Verdana" panose="020B0604030504040204"/>
              </a:rPr>
              <a:t>5. When the teacher got into the class, the students ___. (shout)</a:t>
            </a: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endParaRPr lang="en-IN" sz="3200" dirty="0"/>
          </a:p>
          <a:p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WPS Presentation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Verdana</vt:lpstr>
      <vt:lpstr>Data Pie Charts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 CONTINUOUS TENSE</dc:title>
  <dc:creator/>
  <cp:lastModifiedBy>Paresh Parmar</cp:lastModifiedBy>
  <cp:revision>1</cp:revision>
  <dcterms:created xsi:type="dcterms:W3CDTF">2020-09-07T16:09:45Z</dcterms:created>
  <dcterms:modified xsi:type="dcterms:W3CDTF">2020-09-07T16:09:45Z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1033-11.2.0.9635</vt:lpwstr>
  </property>
</Properties>
</file>