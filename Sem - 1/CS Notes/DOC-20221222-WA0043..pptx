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9" r:id="rId3"/>
    <p:sldId id="260" r:id="rId4"/>
    <p:sldId id="261" r:id="rId5"/>
    <p:sldId id="264" r:id="rId6"/>
    <p:sldId id="268" r:id="rId7"/>
    <p:sldId id="269" r:id="rId8"/>
    <p:sldId id="270" r:id="rId9"/>
    <p:sldId id="271" r:id="rId10"/>
    <p:sldId id="272" r:id="rId11"/>
    <p:sldId id="273" r:id="rId12"/>
    <p:sldId id="274" r:id="rId13"/>
    <p:sldId id="275" r:id="rId14"/>
    <p:sldId id="278" r:id="rId15"/>
    <p:sldId id="279" r:id="rId16"/>
    <p:sldId id="281" r:id="rId17"/>
    <p:sldId id="282" r:id="rId18"/>
    <p:sldId id="283" r:id="rId19"/>
    <p:sldId id="284" r:id="rId20"/>
    <p:sldId id="28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5981" autoAdjust="0"/>
    <p:restoredTop sz="94660"/>
  </p:normalViewPr>
  <p:slideViewPr>
    <p:cSldViewPr snapToGrid="0">
      <p:cViewPr varScale="1">
        <p:scale>
          <a:sx n="69" d="100"/>
          <a:sy n="69" d="100"/>
        </p:scale>
        <p:origin x="-654" y="-108"/>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p:cNvPicPr>
            <a:picLocks noChangeAspect="1"/>
          </p:cNvPicPr>
          <p:nvPr/>
        </p:nvPicPr>
        <p:blipFill>
          <a:blip r:embed="rId2"/>
          <a:stretch>
            <a:fillRect/>
          </a:stretch>
        </p:blipFill>
        <p:spPr>
          <a:xfrm>
            <a:off x="-12700" y="-3175"/>
            <a:ext cx="12204700" cy="6861175"/>
          </a:xfrm>
          <a:prstGeom prst="rect">
            <a:avLst/>
          </a:prstGeom>
          <a:noFill/>
          <a:ln w="9525">
            <a:noFill/>
          </a:ln>
        </p:spPr>
      </p:pic>
      <p:sp>
        <p:nvSpPr>
          <p:cNvPr id="2051" name="Rectangle 3"/>
          <p:cNvSpPr>
            <a:spLocks noGrp="1" noChangeArrowheads="1"/>
          </p:cNvSpPr>
          <p:nvPr>
            <p:ph type="ctrTitle"/>
          </p:nvPr>
        </p:nvSpPr>
        <p:spPr>
          <a:xfrm>
            <a:off x="2063751" y="1125538"/>
            <a:ext cx="9211733" cy="1082675"/>
          </a:xfrm>
        </p:spPr>
        <p:txBody>
          <a:bodyPr/>
          <a:lstStyle>
            <a:lvl1pPr algn="r">
              <a:defRPr/>
            </a:lvl1pPr>
          </a:lstStyle>
          <a:p>
            <a:pPr lvl="0"/>
            <a:r>
              <a:rPr lang="en-US" altLang="zh-CN" noProof="0" smtClean="0"/>
              <a:t>Click to edit Master title style</a:t>
            </a:r>
          </a:p>
        </p:txBody>
      </p:sp>
      <p:sp>
        <p:nvSpPr>
          <p:cNvPr id="2052" name="Rectangle 4"/>
          <p:cNvSpPr>
            <a:spLocks noGrp="1" noChangeArrowheads="1"/>
          </p:cNvSpPr>
          <p:nvPr>
            <p:ph type="subTitle" idx="1"/>
          </p:nvPr>
        </p:nvSpPr>
        <p:spPr>
          <a:xfrm>
            <a:off x="2063751" y="2351088"/>
            <a:ext cx="9218083" cy="1752600"/>
          </a:xfrm>
        </p:spPr>
        <p:txBody>
          <a:bodyPr/>
          <a:lstStyle>
            <a:lvl1pPr marL="0" indent="0" algn="r">
              <a:buFontTx/>
              <a:buNone/>
              <a:defRPr>
                <a:solidFill>
                  <a:schemeClr val="bg1"/>
                </a:solidFill>
              </a:defRPr>
            </a:lvl1pPr>
          </a:lstStyle>
          <a:p>
            <a:pPr lvl="0"/>
            <a:r>
              <a:rPr lang="en-US" altLang="zh-CN" noProof="0" smtClean="0"/>
              <a:t>Click to edit Master subtitle style</a:t>
            </a:r>
          </a:p>
        </p:txBody>
      </p:sp>
      <p:sp>
        <p:nvSpPr>
          <p:cNvPr id="9" name="Rectangle 5"/>
          <p:cNvSpPr>
            <a:spLocks noGrp="1" noChangeArrowheads="1"/>
          </p:cNvSpPr>
          <p:nvPr>
            <p:ph type="dt" sz="half" idx="2"/>
          </p:nvPr>
        </p:nvSpPr>
        <p:spPr bwMode="auto">
          <a:xfrm>
            <a:off x="609600" y="6245225"/>
            <a:ext cx="2844800" cy="476250"/>
          </a:xfrm>
          <a:prstGeom prst="rect">
            <a:avLst/>
          </a:prstGeom>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63A1C593-65D0-4073-BCC9-577B9352EA97}" type="datetimeFigureOut">
              <a:rPr lang="en-US" smtClean="0"/>
              <a:pPr/>
              <a:t>12/21/2022</a:t>
            </a:fld>
            <a:endParaRPr lang="en-US"/>
          </a:p>
        </p:txBody>
      </p:sp>
      <p:sp>
        <p:nvSpPr>
          <p:cNvPr id="10" name="Rectangle 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11" name="Rectangle 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9B618960-8005-486C-9A75-10CB2AAC16F9}" type="slidenum">
              <a:rPr lang="en-US" smtClean="0"/>
              <a:pPr/>
              <a:t>‹#›</a:t>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pPr/>
              <a:t>12/21/2022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pPr/>
              <a:t>12/21/2022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174750"/>
            <a:ext cx="5384800" cy="4953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174750"/>
            <a:ext cx="5384800" cy="4953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pPr/>
              <a:t>12/21/2022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40317" y="2505075"/>
            <a:ext cx="5158316"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71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pPr/>
              <a:t>12/21/2022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pPr/>
              <a:t>12/21/2022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pPr/>
              <a:t>12/21/2022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pPr/>
              <a:t>12/21/2022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pPr/>
              <a:t>12/21/2022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pPr/>
              <a:t>12/21/2022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90500"/>
            <a:ext cx="2743200" cy="59372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190500"/>
            <a:ext cx="8026400" cy="59372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pPr/>
              <a:t>12/21/2022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6"/>
          <p:cNvPicPr>
            <a:picLocks noChangeAspect="1"/>
          </p:cNvPicPr>
          <p:nvPr/>
        </p:nvPicPr>
        <p:blipFill>
          <a:blip r:embed="rId13"/>
          <a:stretch>
            <a:fillRect/>
          </a:stretch>
        </p:blipFill>
        <p:spPr>
          <a:xfrm>
            <a:off x="0" y="0"/>
            <a:ext cx="12198351" cy="6861175"/>
          </a:xfrm>
          <a:prstGeom prst="rect">
            <a:avLst/>
          </a:prstGeom>
          <a:noFill/>
          <a:ln w="9525">
            <a:noFill/>
          </a:ln>
        </p:spPr>
      </p:pic>
      <p:sp>
        <p:nvSpPr>
          <p:cNvPr id="1027" name="Rectangle 3"/>
          <p:cNvSpPr>
            <a:spLocks noGrp="1"/>
          </p:cNvSpPr>
          <p:nvPr>
            <p:ph type="title"/>
          </p:nvPr>
        </p:nvSpPr>
        <p:spPr>
          <a:xfrm>
            <a:off x="609600" y="190500"/>
            <a:ext cx="10972800" cy="582613"/>
          </a:xfrm>
          <a:prstGeom prst="rect">
            <a:avLst/>
          </a:prstGeom>
          <a:noFill/>
          <a:ln w="9525">
            <a:noFill/>
          </a:ln>
        </p:spPr>
        <p:txBody>
          <a:bodyPr anchor="ctr" anchorCtr="0"/>
          <a:lstStyle/>
          <a:p>
            <a:pPr lvl="0"/>
            <a:r>
              <a:rPr lang="en-US" altLang="zh-CN" dirty="0"/>
              <a:t>Click to edit Master title style</a:t>
            </a:r>
          </a:p>
        </p:txBody>
      </p:sp>
      <p:sp>
        <p:nvSpPr>
          <p:cNvPr id="1028" name="Rectangle 4"/>
          <p:cNvSpPr>
            <a:spLocks noGrp="1"/>
          </p:cNvSpPr>
          <p:nvPr>
            <p:ph type="body" idx="1"/>
          </p:nvPr>
        </p:nvSpPr>
        <p:spPr>
          <a:xfrm>
            <a:off x="609600" y="1174750"/>
            <a:ext cx="10972800" cy="4953000"/>
          </a:xfrm>
          <a:prstGeom prst="rect">
            <a:avLst/>
          </a:prstGeom>
          <a:noFill/>
          <a:ln w="9525">
            <a:noFill/>
          </a:ln>
        </p:spPr>
        <p:txBody>
          <a:body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p>
        </p:txBody>
      </p:sp>
      <p:sp>
        <p:nvSpPr>
          <p:cNvPr id="1029" name="Rectangle 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63A1C593-65D0-4073-BCC9-577B9352EA97}" type="datetimeFigureOut">
              <a:rPr lang="en-US" smtClean="0"/>
              <a:pPr/>
              <a:t>12/21/2022</a:t>
            </a:fld>
            <a:endParaRPr lang="en-US"/>
          </a:p>
        </p:txBody>
      </p:sp>
      <p:sp>
        <p:nvSpPr>
          <p:cNvPr id="1030" name="Rectangle 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1031" name="Rectangle 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9B618960-8005-486C-9A75-10CB2AAC16F9}"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fontAlgn="base">
        <a:spcBef>
          <a:spcPct val="0"/>
        </a:spcBef>
        <a:spcAft>
          <a:spcPct val="0"/>
        </a:spcAft>
        <a:defRPr sz="3600" kern="1200">
          <a:solidFill>
            <a:schemeClr val="bg1"/>
          </a:solidFill>
          <a:latin typeface="+mj-lt"/>
          <a:ea typeface="+mj-ea"/>
          <a:cs typeface="+mj-cs"/>
        </a:defRPr>
      </a:lvl1pPr>
      <a:lvl2pPr algn="l"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jpe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FECF40"/>
            </a:gs>
            <a:gs pos="100000">
              <a:srgbClr val="846C21"/>
            </a:gs>
          </a:gsLst>
          <a:lin scaled="0"/>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36295" y="506095"/>
            <a:ext cx="9831705" cy="2245995"/>
          </a:xfrm>
        </p:spPr>
        <p:txBody>
          <a:bodyPr>
            <a:noAutofit/>
            <a:scene3d>
              <a:camera prst="orthographicFront"/>
              <a:lightRig rig="threePt" dir="t"/>
            </a:scene3d>
          </a:bodyPr>
          <a:lstStyle/>
          <a:p>
            <a:r>
              <a:rPr lang="en-IN" altLang="en-US" sz="8000" b="1" dirty="0">
                <a:ln w="22225">
                  <a:solidFill>
                    <a:schemeClr val="accent2"/>
                  </a:solidFill>
                  <a:prstDash val="solid"/>
                </a:ln>
                <a:solidFill>
                  <a:schemeClr val="accent3"/>
                </a:solidFill>
                <a:effectLst/>
              </a:rPr>
              <a:t>TYPES OF COMMUNICATION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US" b="1"/>
              <a:t>ON THE BASIS OF EXPRESSION /METHOD</a:t>
            </a:r>
          </a:p>
        </p:txBody>
      </p:sp>
      <p:sp>
        <p:nvSpPr>
          <p:cNvPr id="3" name="Content Placeholder 2"/>
          <p:cNvSpPr>
            <a:spLocks noGrp="1"/>
          </p:cNvSpPr>
          <p:nvPr>
            <p:ph idx="1"/>
          </p:nvPr>
        </p:nvSpPr>
        <p:spPr/>
        <p:txBody>
          <a:bodyPr/>
          <a:lstStyle/>
          <a:p>
            <a:pPr>
              <a:buFont typeface="Wingdings" panose="05000000000000000000" charset="0"/>
              <a:buChar char="Ø"/>
            </a:pPr>
            <a:r>
              <a:rPr lang="en-IN" altLang="en-US" sz="3200">
                <a:solidFill>
                  <a:srgbClr val="FF0000"/>
                </a:solidFill>
              </a:rPr>
              <a:t> Verbal communication</a:t>
            </a:r>
          </a:p>
          <a:p>
            <a:pPr>
              <a:buFont typeface="Wingdings" panose="05000000000000000000" charset="0"/>
              <a:buChar char="Ø"/>
            </a:pPr>
            <a:r>
              <a:rPr lang="en-IN" altLang="en-US" sz="3200">
                <a:solidFill>
                  <a:srgbClr val="FF0000"/>
                </a:solidFill>
              </a:rPr>
              <a:t> Non- verbal communication</a:t>
            </a:r>
          </a:p>
          <a:p>
            <a:pPr marL="0" indent="0">
              <a:buFont typeface="Wingdings" panose="05000000000000000000" charset="0"/>
              <a:buNone/>
            </a:pPr>
            <a:endParaRPr lang="en-IN" altLang="en-US" sz="3200">
              <a:solidFill>
                <a:srgbClr val="FF0000"/>
              </a:solidFill>
            </a:endParaRPr>
          </a:p>
        </p:txBody>
      </p:sp>
      <p:sp>
        <p:nvSpPr>
          <p:cNvPr id="5" name="object 5"/>
          <p:cNvSpPr/>
          <p:nvPr/>
        </p:nvSpPr>
        <p:spPr>
          <a:xfrm>
            <a:off x="6769735" y="1174750"/>
            <a:ext cx="4350385" cy="2992120"/>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3794125" y="3547744"/>
            <a:ext cx="2849880" cy="3183890"/>
          </a:xfrm>
          <a:prstGeom prst="rect">
            <a:avLst/>
          </a:prstGeom>
          <a:blipFill>
            <a:blip r:embed="rId3" cstate="print"/>
            <a:stretch>
              <a:fillRect/>
            </a:stretch>
          </a:blipFill>
        </p:spPr>
        <p:txBody>
          <a:bodyPr wrap="square" lIns="0" tIns="0" rIns="0" bIns="0" rtlCol="0"/>
          <a:lstStyle/>
          <a:p>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 presetClass="entr" presetSubtype="16"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box(in)">
                                      <p:cBhvr>
                                        <p:cTn id="19" dur="2000"/>
                                        <p:tgtEl>
                                          <p:spTgt spid="5"/>
                                        </p:tgtEl>
                                      </p:cBhvr>
                                    </p:animEffect>
                                  </p:childTnLst>
                                </p:cTn>
                              </p:par>
                            </p:childTnLst>
                          </p:cTn>
                        </p:par>
                      </p:childTnLst>
                    </p:cTn>
                  </p:par>
                  <p:par>
                    <p:cTn id="20" fill="hold">
                      <p:stCondLst>
                        <p:cond delay="indefinite"/>
                      </p:stCondLst>
                      <p:childTnLst>
                        <p:par>
                          <p:cTn id="21" fill="hold">
                            <p:stCondLst>
                              <p:cond delay="0"/>
                            </p:stCondLst>
                            <p:childTnLst>
                              <p:par>
                                <p:cTn id="22" presetID="4" presetClass="entr" presetSubtype="16" fill="hold" grpId="0" nodeType="click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box(in)">
                                      <p:cBhvr>
                                        <p:cTn id="24"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6" grpId="0" animBg="1"/>
      <p:bldP spid="6" grpId="1"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US" sz="4800" b="1"/>
              <a:t>     VERBAL COMMUNICATION</a:t>
            </a:r>
          </a:p>
        </p:txBody>
      </p:sp>
      <p:sp>
        <p:nvSpPr>
          <p:cNvPr id="3" name="Content Placeholder 2"/>
          <p:cNvSpPr>
            <a:spLocks noGrp="1"/>
          </p:cNvSpPr>
          <p:nvPr>
            <p:ph idx="1"/>
          </p:nvPr>
        </p:nvSpPr>
        <p:spPr/>
        <p:txBody>
          <a:bodyPr/>
          <a:lstStyle/>
          <a:p>
            <a:pPr>
              <a:buFont typeface="Wingdings" panose="05000000000000000000" charset="0"/>
              <a:buChar char="Ø"/>
            </a:pPr>
            <a:r>
              <a:rPr lang="en-IN" altLang="en-US">
                <a:solidFill>
                  <a:srgbClr val="FF0000"/>
                </a:solidFill>
              </a:rPr>
              <a:t> The word verbal means ‘</a:t>
            </a:r>
            <a:r>
              <a:rPr lang="en-IN" altLang="en-US">
                <a:solidFill>
                  <a:srgbClr val="7030A0"/>
                </a:solidFill>
              </a:rPr>
              <a:t>word’</a:t>
            </a:r>
            <a:r>
              <a:rPr lang="en-IN" altLang="en-US">
                <a:solidFill>
                  <a:srgbClr val="FF0000"/>
                </a:solidFill>
              </a:rPr>
              <a:t>.</a:t>
            </a:r>
          </a:p>
          <a:p>
            <a:pPr>
              <a:buFont typeface="Wingdings" panose="05000000000000000000" charset="0"/>
              <a:buChar char="Ø"/>
            </a:pPr>
            <a:r>
              <a:rPr lang="en-IN" altLang="en-US">
                <a:solidFill>
                  <a:srgbClr val="FF0000"/>
                </a:solidFill>
              </a:rPr>
              <a:t> Communication through </a:t>
            </a:r>
            <a:r>
              <a:rPr lang="en-IN" altLang="en-US">
                <a:solidFill>
                  <a:srgbClr val="7030A0"/>
                </a:solidFill>
              </a:rPr>
              <a:t>spoken </a:t>
            </a:r>
            <a:r>
              <a:rPr lang="en-IN" altLang="en-US">
                <a:solidFill>
                  <a:srgbClr val="FF0000"/>
                </a:solidFill>
              </a:rPr>
              <a:t>and </a:t>
            </a:r>
            <a:r>
              <a:rPr lang="en-IN" altLang="en-US">
                <a:solidFill>
                  <a:srgbClr val="7030A0"/>
                </a:solidFill>
              </a:rPr>
              <a:t>written </a:t>
            </a:r>
            <a:r>
              <a:rPr lang="en-IN" altLang="en-US">
                <a:solidFill>
                  <a:srgbClr val="FF0000"/>
                </a:solidFill>
              </a:rPr>
              <a:t>words is called verbal communication.</a:t>
            </a:r>
          </a:p>
          <a:p>
            <a:pPr>
              <a:buFont typeface="Wingdings" panose="05000000000000000000" charset="0"/>
              <a:buChar char="Ø"/>
            </a:pPr>
            <a:r>
              <a:rPr lang="en-IN" altLang="en-US">
                <a:solidFill>
                  <a:srgbClr val="FF0000"/>
                </a:solidFill>
              </a:rPr>
              <a:t> In the other words when the message is transmitted by a sender to a receiver  with the help of </a:t>
            </a:r>
            <a:r>
              <a:rPr lang="en-IN" altLang="en-US">
                <a:solidFill>
                  <a:srgbClr val="7030A0"/>
                </a:solidFill>
              </a:rPr>
              <a:t>written </a:t>
            </a:r>
            <a:r>
              <a:rPr lang="en-IN" altLang="en-US">
                <a:solidFill>
                  <a:srgbClr val="FF0000"/>
                </a:solidFill>
              </a:rPr>
              <a:t>or </a:t>
            </a:r>
            <a:r>
              <a:rPr lang="en-IN" altLang="en-US">
                <a:solidFill>
                  <a:srgbClr val="7030A0"/>
                </a:solidFill>
              </a:rPr>
              <a:t>spoken </a:t>
            </a:r>
            <a:r>
              <a:rPr lang="en-IN" altLang="en-US">
                <a:solidFill>
                  <a:srgbClr val="FF0000"/>
                </a:solidFill>
              </a:rPr>
              <a:t>words.</a:t>
            </a:r>
          </a:p>
          <a:p>
            <a:pPr>
              <a:buFont typeface="Wingdings" panose="05000000000000000000" charset="0"/>
              <a:buChar char="Ø"/>
            </a:pPr>
            <a:r>
              <a:rPr lang="en-IN" altLang="en-US">
                <a:solidFill>
                  <a:srgbClr val="FF0000"/>
                </a:solidFill>
              </a:rPr>
              <a:t> Verbal communication can be devided into </a:t>
            </a:r>
            <a:r>
              <a:rPr lang="en-IN" altLang="en-US">
                <a:solidFill>
                  <a:srgbClr val="7030A0"/>
                </a:solidFill>
              </a:rPr>
              <a:t>two </a:t>
            </a:r>
            <a:r>
              <a:rPr lang="en-IN" altLang="en-US">
                <a:solidFill>
                  <a:srgbClr val="FF0000"/>
                </a:solidFill>
              </a:rPr>
              <a:t>types.</a:t>
            </a:r>
          </a:p>
          <a:p>
            <a:pPr marL="0" indent="0">
              <a:buFont typeface="Wingdings" panose="05000000000000000000" charset="0"/>
              <a:buNone/>
            </a:pPr>
            <a:endParaRPr lang="en-IN" altLang="en-US">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US" sz="4800" b="1">
                <a:solidFill>
                  <a:schemeClr val="accent3"/>
                </a:solidFill>
              </a:rPr>
              <a:t>      i - ORAL COMMUNICATION</a:t>
            </a:r>
          </a:p>
        </p:txBody>
      </p:sp>
      <p:sp>
        <p:nvSpPr>
          <p:cNvPr id="3" name="Content Placeholder 2"/>
          <p:cNvSpPr>
            <a:spLocks noGrp="1"/>
          </p:cNvSpPr>
          <p:nvPr>
            <p:ph idx="1"/>
          </p:nvPr>
        </p:nvSpPr>
        <p:spPr/>
        <p:txBody>
          <a:bodyPr/>
          <a:lstStyle/>
          <a:p>
            <a:pPr>
              <a:buFont typeface="Wingdings" panose="05000000000000000000" charset="0"/>
              <a:buChar char="Ø"/>
            </a:pPr>
            <a:r>
              <a:rPr lang="en-IN" altLang="en-US">
                <a:solidFill>
                  <a:srgbClr val="FF0000"/>
                </a:solidFill>
              </a:rPr>
              <a:t> When the communication is done by </a:t>
            </a:r>
            <a:r>
              <a:rPr lang="en-IN" altLang="en-US">
                <a:solidFill>
                  <a:srgbClr val="7030A0"/>
                </a:solidFill>
              </a:rPr>
              <a:t>spoken words </a:t>
            </a:r>
            <a:r>
              <a:rPr lang="en-IN" altLang="en-US">
                <a:solidFill>
                  <a:srgbClr val="FF0000"/>
                </a:solidFill>
              </a:rPr>
              <a:t>it is called </a:t>
            </a:r>
            <a:r>
              <a:rPr lang="en-IN" altLang="en-US">
                <a:solidFill>
                  <a:srgbClr val="7030A0"/>
                </a:solidFill>
              </a:rPr>
              <a:t>oral communication</a:t>
            </a:r>
            <a:r>
              <a:rPr lang="en-IN" altLang="en-US">
                <a:solidFill>
                  <a:srgbClr val="FF0000"/>
                </a:solidFill>
              </a:rPr>
              <a:t>.</a:t>
            </a:r>
          </a:p>
          <a:p>
            <a:pPr>
              <a:buFont typeface="Wingdings" panose="05000000000000000000" charset="0"/>
              <a:buChar char="Ø"/>
            </a:pPr>
            <a:r>
              <a:rPr lang="en-IN" altLang="en-US">
                <a:solidFill>
                  <a:srgbClr val="FF0000"/>
                </a:solidFill>
              </a:rPr>
              <a:t> In this kind of communication, the exchange of </a:t>
            </a:r>
            <a:r>
              <a:rPr lang="en-IN" altLang="en-US">
                <a:solidFill>
                  <a:srgbClr val="7030A0"/>
                </a:solidFill>
              </a:rPr>
              <a:t>ideas</a:t>
            </a:r>
            <a:r>
              <a:rPr lang="en-IN" altLang="en-US">
                <a:solidFill>
                  <a:srgbClr val="FF0000"/>
                </a:solidFill>
              </a:rPr>
              <a:t>, </a:t>
            </a:r>
            <a:r>
              <a:rPr lang="en-IN" altLang="en-US">
                <a:solidFill>
                  <a:srgbClr val="7030A0"/>
                </a:solidFill>
              </a:rPr>
              <a:t>opinions </a:t>
            </a:r>
            <a:r>
              <a:rPr lang="en-IN" altLang="en-US">
                <a:solidFill>
                  <a:srgbClr val="FF0000"/>
                </a:solidFill>
              </a:rPr>
              <a:t>and </a:t>
            </a:r>
            <a:r>
              <a:rPr lang="en-IN" altLang="en-US">
                <a:solidFill>
                  <a:srgbClr val="7030A0"/>
                </a:solidFill>
              </a:rPr>
              <a:t>emotions </a:t>
            </a:r>
            <a:r>
              <a:rPr lang="en-IN" altLang="en-US">
                <a:solidFill>
                  <a:srgbClr val="FF0000"/>
                </a:solidFill>
              </a:rPr>
              <a:t>is done through </a:t>
            </a:r>
            <a:r>
              <a:rPr lang="en-IN" altLang="en-US">
                <a:solidFill>
                  <a:srgbClr val="7030A0"/>
                </a:solidFill>
              </a:rPr>
              <a:t>face to face </a:t>
            </a:r>
            <a:r>
              <a:rPr lang="en-IN" altLang="en-US">
                <a:solidFill>
                  <a:srgbClr val="FF0000"/>
                </a:solidFill>
              </a:rPr>
              <a:t>or by some </a:t>
            </a:r>
            <a:r>
              <a:rPr lang="en-IN" altLang="en-US">
                <a:solidFill>
                  <a:srgbClr val="7030A0"/>
                </a:solidFill>
              </a:rPr>
              <a:t>mechanical devices</a:t>
            </a:r>
            <a:r>
              <a:rPr lang="en-IN" altLang="en-US">
                <a:solidFill>
                  <a:srgbClr val="FF0000"/>
                </a:solidFill>
              </a:rPr>
              <a:t>.</a:t>
            </a:r>
          </a:p>
          <a:p>
            <a:pPr>
              <a:buFont typeface="Wingdings" panose="05000000000000000000" charset="0"/>
              <a:buChar char="Ø"/>
            </a:pPr>
            <a:r>
              <a:rPr lang="en-IN" altLang="en-US">
                <a:solidFill>
                  <a:srgbClr val="FF0000"/>
                </a:solidFill>
              </a:rPr>
              <a:t> It takes place in different ways such as </a:t>
            </a:r>
            <a:r>
              <a:rPr lang="en-IN" altLang="en-US">
                <a:solidFill>
                  <a:srgbClr val="7030A0"/>
                </a:solidFill>
              </a:rPr>
              <a:t>speech</a:t>
            </a:r>
            <a:r>
              <a:rPr lang="en-IN" altLang="en-US">
                <a:solidFill>
                  <a:srgbClr val="FF0000"/>
                </a:solidFill>
              </a:rPr>
              <a:t>, </a:t>
            </a:r>
            <a:r>
              <a:rPr lang="en-IN" altLang="en-US">
                <a:solidFill>
                  <a:srgbClr val="7030A0"/>
                </a:solidFill>
              </a:rPr>
              <a:t>conference</a:t>
            </a:r>
            <a:r>
              <a:rPr lang="en-IN" altLang="en-US">
                <a:solidFill>
                  <a:srgbClr val="FF0000"/>
                </a:solidFill>
              </a:rPr>
              <a:t>, </a:t>
            </a:r>
            <a:r>
              <a:rPr lang="en-IN" altLang="en-US">
                <a:solidFill>
                  <a:srgbClr val="7030A0"/>
                </a:solidFill>
              </a:rPr>
              <a:t>tele communication</a:t>
            </a:r>
            <a:r>
              <a:rPr lang="en-IN" altLang="en-US">
                <a:solidFill>
                  <a:srgbClr val="FF0000"/>
                </a:solidFill>
              </a:rPr>
              <a:t>, </a:t>
            </a:r>
            <a:r>
              <a:rPr lang="en-IN" altLang="en-US">
                <a:solidFill>
                  <a:srgbClr val="7030A0"/>
                </a:solidFill>
              </a:rPr>
              <a:t>seminars</a:t>
            </a:r>
            <a:r>
              <a:rPr lang="en-IN" altLang="en-US">
                <a:solidFill>
                  <a:srgbClr val="FF0000"/>
                </a:solidFill>
              </a:rPr>
              <a:t>, </a:t>
            </a:r>
            <a:r>
              <a:rPr lang="en-IN" altLang="en-US">
                <a:solidFill>
                  <a:srgbClr val="7030A0"/>
                </a:solidFill>
              </a:rPr>
              <a:t>interviews </a:t>
            </a:r>
            <a:r>
              <a:rPr lang="en-IN" altLang="en-US">
                <a:solidFill>
                  <a:srgbClr val="FF0000"/>
                </a:solidFill>
              </a:rPr>
              <a:t>etc.</a:t>
            </a:r>
          </a:p>
          <a:p>
            <a:pPr marL="0" indent="0">
              <a:buFont typeface="Wingdings" panose="05000000000000000000" charset="0"/>
              <a:buNone/>
            </a:pPr>
            <a:endParaRPr lang="en-IN" altLang="en-US">
              <a:solidFill>
                <a:srgbClr val="FF0000"/>
              </a:solidFill>
            </a:endParaRPr>
          </a:p>
          <a:p>
            <a:pPr marL="0" indent="0">
              <a:buFont typeface="Wingdings" panose="05000000000000000000" charset="0"/>
              <a:buNone/>
            </a:pPr>
            <a:endParaRPr lang="en-IN" altLang="en-US">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US" sz="4800" b="1">
                <a:solidFill>
                  <a:schemeClr val="accent3"/>
                </a:solidFill>
              </a:rPr>
              <a:t>  ii - WRITTEN COMMUNICATION</a:t>
            </a:r>
          </a:p>
        </p:txBody>
      </p:sp>
      <p:sp>
        <p:nvSpPr>
          <p:cNvPr id="3" name="Content Placeholder 2"/>
          <p:cNvSpPr>
            <a:spLocks noGrp="1"/>
          </p:cNvSpPr>
          <p:nvPr>
            <p:ph idx="1"/>
          </p:nvPr>
        </p:nvSpPr>
        <p:spPr/>
        <p:txBody>
          <a:bodyPr/>
          <a:lstStyle/>
          <a:p>
            <a:pPr>
              <a:buFont typeface="Wingdings" panose="05000000000000000000" charset="0"/>
              <a:buChar char="Ø"/>
            </a:pPr>
            <a:r>
              <a:rPr lang="en-IN" altLang="en-US">
                <a:solidFill>
                  <a:srgbClr val="FF0000"/>
                </a:solidFill>
              </a:rPr>
              <a:t> When the communication is done by </a:t>
            </a:r>
            <a:r>
              <a:rPr lang="en-IN" altLang="en-US">
                <a:solidFill>
                  <a:srgbClr val="7030A0"/>
                </a:solidFill>
              </a:rPr>
              <a:t>written </a:t>
            </a:r>
            <a:r>
              <a:rPr lang="en-IN" altLang="en-US">
                <a:solidFill>
                  <a:srgbClr val="FF0000"/>
                </a:solidFill>
              </a:rPr>
              <a:t>or </a:t>
            </a:r>
            <a:r>
              <a:rPr lang="en-IN" altLang="en-US">
                <a:solidFill>
                  <a:srgbClr val="7030A0"/>
                </a:solidFill>
              </a:rPr>
              <a:t>printed </a:t>
            </a:r>
            <a:r>
              <a:rPr lang="en-IN" altLang="en-US">
                <a:solidFill>
                  <a:srgbClr val="FF0000"/>
                </a:solidFill>
              </a:rPr>
              <a:t>words it is called </a:t>
            </a:r>
            <a:r>
              <a:rPr lang="en-IN" altLang="en-US">
                <a:solidFill>
                  <a:srgbClr val="7030A0"/>
                </a:solidFill>
              </a:rPr>
              <a:t>written communication</a:t>
            </a:r>
            <a:r>
              <a:rPr lang="en-IN" altLang="en-US">
                <a:solidFill>
                  <a:srgbClr val="FF0000"/>
                </a:solidFill>
              </a:rPr>
              <a:t>.</a:t>
            </a:r>
          </a:p>
          <a:p>
            <a:pPr>
              <a:buFont typeface="Wingdings" panose="05000000000000000000" charset="0"/>
              <a:buChar char="Ø"/>
            </a:pPr>
            <a:r>
              <a:rPr lang="en-IN" altLang="en-US">
                <a:solidFill>
                  <a:srgbClr val="FF0000"/>
                </a:solidFill>
              </a:rPr>
              <a:t> It takes place in different ways such as </a:t>
            </a:r>
            <a:r>
              <a:rPr lang="en-IN" altLang="en-US">
                <a:solidFill>
                  <a:srgbClr val="7030A0"/>
                </a:solidFill>
              </a:rPr>
              <a:t>letter</a:t>
            </a:r>
            <a:r>
              <a:rPr lang="en-IN" altLang="en-US">
                <a:solidFill>
                  <a:srgbClr val="FF0000"/>
                </a:solidFill>
              </a:rPr>
              <a:t>, </a:t>
            </a:r>
            <a:r>
              <a:rPr lang="en-IN" altLang="en-US">
                <a:solidFill>
                  <a:srgbClr val="7030A0"/>
                </a:solidFill>
              </a:rPr>
              <a:t>report</a:t>
            </a:r>
            <a:r>
              <a:rPr lang="en-IN" altLang="en-US">
                <a:solidFill>
                  <a:srgbClr val="FF0000"/>
                </a:solidFill>
              </a:rPr>
              <a:t>, </a:t>
            </a:r>
            <a:r>
              <a:rPr lang="en-IN" altLang="en-US">
                <a:solidFill>
                  <a:srgbClr val="7030A0"/>
                </a:solidFill>
              </a:rPr>
              <a:t>e</a:t>
            </a:r>
            <a:r>
              <a:rPr lang="en-IN" altLang="en-US">
                <a:solidFill>
                  <a:srgbClr val="FF0000"/>
                </a:solidFill>
              </a:rPr>
              <a:t>-</a:t>
            </a:r>
            <a:r>
              <a:rPr lang="en-IN" altLang="en-US">
                <a:solidFill>
                  <a:srgbClr val="7030A0"/>
                </a:solidFill>
              </a:rPr>
              <a:t>mail</a:t>
            </a:r>
            <a:r>
              <a:rPr lang="en-IN" altLang="en-US">
                <a:solidFill>
                  <a:srgbClr val="FF0000"/>
                </a:solidFill>
              </a:rPr>
              <a:t>, </a:t>
            </a:r>
            <a:r>
              <a:rPr lang="en-IN" altLang="en-US">
                <a:solidFill>
                  <a:srgbClr val="7030A0"/>
                </a:solidFill>
              </a:rPr>
              <a:t>notice</a:t>
            </a:r>
            <a:r>
              <a:rPr lang="en-IN" altLang="en-US">
                <a:solidFill>
                  <a:srgbClr val="FF0000"/>
                </a:solidFill>
              </a:rPr>
              <a:t>, </a:t>
            </a:r>
            <a:r>
              <a:rPr lang="en-IN" altLang="en-US">
                <a:solidFill>
                  <a:srgbClr val="7030A0"/>
                </a:solidFill>
              </a:rPr>
              <a:t>magazine</a:t>
            </a:r>
            <a:r>
              <a:rPr lang="en-IN" altLang="en-US">
                <a:solidFill>
                  <a:srgbClr val="FF0000"/>
                </a:solidFill>
              </a:rPr>
              <a:t>, </a:t>
            </a:r>
            <a:r>
              <a:rPr lang="en-IN" altLang="en-US">
                <a:solidFill>
                  <a:srgbClr val="7030A0"/>
                </a:solidFill>
              </a:rPr>
              <a:t>newspaper</a:t>
            </a:r>
            <a:r>
              <a:rPr lang="en-IN" altLang="en-US">
                <a:solidFill>
                  <a:srgbClr val="FF0000"/>
                </a:solidFill>
              </a:rPr>
              <a:t>, </a:t>
            </a:r>
            <a:r>
              <a:rPr lang="en-IN" altLang="en-US">
                <a:solidFill>
                  <a:srgbClr val="7030A0"/>
                </a:solidFill>
              </a:rPr>
              <a:t>book </a:t>
            </a:r>
            <a:r>
              <a:rPr lang="en-IN" altLang="en-US">
                <a:solidFill>
                  <a:srgbClr val="FF0000"/>
                </a:solidFill>
              </a:rPr>
              <a:t>etc.</a:t>
            </a:r>
          </a:p>
          <a:p>
            <a:pPr marL="0" indent="0">
              <a:buFont typeface="Wingdings" panose="05000000000000000000" charset="0"/>
              <a:buNone/>
            </a:pPr>
            <a:endParaRPr lang="en-IN" altLang="en-US">
              <a:solidFill>
                <a:srgbClr val="FF0000"/>
              </a:solidFill>
            </a:endParaRPr>
          </a:p>
          <a:p>
            <a:pPr marL="0" indent="0">
              <a:buFont typeface="Wingdings" panose="05000000000000000000" charset="0"/>
              <a:buNone/>
            </a:pPr>
            <a:endParaRPr lang="en-IN" altLang="en-US">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US" sz="4800" b="1"/>
              <a:t>    NON- VERBAL COMMUNICATION</a:t>
            </a:r>
          </a:p>
        </p:txBody>
      </p:sp>
      <p:sp>
        <p:nvSpPr>
          <p:cNvPr id="3" name="Content Placeholder 2"/>
          <p:cNvSpPr>
            <a:spLocks noGrp="1"/>
          </p:cNvSpPr>
          <p:nvPr>
            <p:ph idx="1"/>
          </p:nvPr>
        </p:nvSpPr>
        <p:spPr>
          <a:xfrm>
            <a:off x="609600" y="1510145"/>
            <a:ext cx="10834255" cy="4488874"/>
          </a:xfrm>
        </p:spPr>
        <p:txBody>
          <a:bodyPr/>
          <a:lstStyle/>
          <a:p>
            <a:pPr>
              <a:buFont typeface="Wingdings" panose="05000000000000000000" charset="0"/>
              <a:buChar char="Ø"/>
            </a:pPr>
            <a:r>
              <a:rPr lang="en-IN" altLang="en-US" dirty="0">
                <a:solidFill>
                  <a:srgbClr val="FF0000"/>
                </a:solidFill>
              </a:rPr>
              <a:t> Any communication without the use of words is known as non-verbal communication.</a:t>
            </a:r>
          </a:p>
          <a:p>
            <a:pPr>
              <a:buFont typeface="Wingdings" panose="05000000000000000000" charset="0"/>
              <a:buChar char="Ø"/>
            </a:pPr>
            <a:r>
              <a:rPr lang="en-IN" altLang="en-US" dirty="0">
                <a:solidFill>
                  <a:srgbClr val="FF0000"/>
                </a:solidFill>
              </a:rPr>
              <a:t> By using non-verbal form of communication, a person can express his feeling to others quickly and economically.</a:t>
            </a:r>
          </a:p>
          <a:p>
            <a:pPr>
              <a:buFont typeface="Wingdings" panose="05000000000000000000" charset="0"/>
              <a:buChar char="Ø"/>
            </a:pPr>
            <a:r>
              <a:rPr lang="en-IN" altLang="en-US" dirty="0">
                <a:solidFill>
                  <a:srgbClr val="FF0000"/>
                </a:solidFill>
              </a:rPr>
              <a:t> Non-verbal communication includes all unspoken and unwritten messages, intentional or unintentional.</a:t>
            </a:r>
          </a:p>
          <a:p>
            <a:pPr marL="0" indent="0">
              <a:buFont typeface="Wingdings" panose="05000000000000000000" charset="0"/>
              <a:buNone/>
            </a:pPr>
            <a:r>
              <a:rPr lang="en-IN" altLang="en-US" dirty="0">
                <a:solidFill>
                  <a:srgbClr val="FF0000"/>
                </a:solidFill>
              </a:rPr>
              <a:t>      </a:t>
            </a:r>
          </a:p>
          <a:p>
            <a:pPr marL="0" indent="0">
              <a:buFont typeface="Wingdings" panose="05000000000000000000" charset="0"/>
              <a:buNone/>
            </a:pPr>
            <a:endParaRPr lang="en-IN" altLang="en-US"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IN" altLang="en-US">
                <a:solidFill>
                  <a:srgbClr val="FF0000"/>
                </a:solidFill>
              </a:rPr>
              <a:t>     WORDS                 :  7%</a:t>
            </a:r>
          </a:p>
          <a:p>
            <a:pPr marL="0" indent="0">
              <a:buNone/>
            </a:pPr>
            <a:r>
              <a:rPr lang="en-IN" altLang="en-US">
                <a:solidFill>
                  <a:srgbClr val="FF0000"/>
                </a:solidFill>
              </a:rPr>
              <a:t>   HOW YOU SPEAK   : 38%</a:t>
            </a:r>
          </a:p>
          <a:p>
            <a:pPr marL="0" indent="0">
              <a:buNone/>
            </a:pPr>
            <a:r>
              <a:rPr lang="en-IN" altLang="en-US">
                <a:solidFill>
                  <a:srgbClr val="FF0000"/>
                </a:solidFill>
              </a:rPr>
              <a:t>  BODY LANGUAGE    : 55%</a:t>
            </a:r>
          </a:p>
          <a:p>
            <a:pPr marL="0" indent="0">
              <a:buNone/>
            </a:pPr>
            <a:endParaRPr lang="en-IN" altLang="en-US">
              <a:solidFill>
                <a:srgbClr val="FF0000"/>
              </a:solidFill>
            </a:endParaRPr>
          </a:p>
        </p:txBody>
      </p:sp>
      <p:sp>
        <p:nvSpPr>
          <p:cNvPr id="4" name="object 3"/>
          <p:cNvSpPr/>
          <p:nvPr/>
        </p:nvSpPr>
        <p:spPr>
          <a:xfrm>
            <a:off x="949960" y="3051175"/>
            <a:ext cx="9406890" cy="3459480"/>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6" presetClass="entr" presetSubtype="16"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circle(in)">
                                      <p:cBhvr>
                                        <p:cTn id="25"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4" grpId="1"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0029824" y="2414588"/>
            <a:ext cx="1886585" cy="3739197"/>
          </a:xfrm>
          <a:prstGeom prst="rect">
            <a:avLst/>
          </a:prstGeom>
          <a:blipFill>
            <a:blip r:embed="rId2" cstate="print"/>
            <a:stretch>
              <a:fillRect/>
            </a:stretch>
          </a:blipFill>
        </p:spPr>
        <p:txBody>
          <a:bodyPr wrap="square" lIns="0" tIns="0" rIns="0" bIns="0" rtlCol="0"/>
          <a:lstStyle/>
          <a:p>
            <a:endParaRPr/>
          </a:p>
        </p:txBody>
      </p:sp>
      <p:sp>
        <p:nvSpPr>
          <p:cNvPr id="6" name="Title 1"/>
          <p:cNvSpPr>
            <a:spLocks noGrp="1"/>
          </p:cNvSpPr>
          <p:nvPr>
            <p:ph type="title"/>
          </p:nvPr>
        </p:nvSpPr>
        <p:spPr>
          <a:xfrm>
            <a:off x="0" y="190500"/>
            <a:ext cx="10744200" cy="582613"/>
          </a:xfrm>
        </p:spPr>
        <p:txBody>
          <a:bodyPr/>
          <a:lstStyle/>
          <a:p>
            <a:r>
              <a:rPr lang="en-US" dirty="0" smtClean="0">
                <a:solidFill>
                  <a:srgbClr val="FFFF00"/>
                </a:solidFill>
              </a:rPr>
              <a:t>B</a:t>
            </a:r>
            <a:r>
              <a:rPr lang="en-IN" altLang="en-US" dirty="0">
                <a:solidFill>
                  <a:srgbClr val="FFFF00"/>
                </a:solidFill>
              </a:rPr>
              <a:t>ODY</a:t>
            </a:r>
            <a:r>
              <a:rPr lang="en-US" dirty="0">
                <a:solidFill>
                  <a:srgbClr val="FFFF00"/>
                </a:solidFill>
              </a:rPr>
              <a:t> </a:t>
            </a:r>
            <a:r>
              <a:rPr lang="en-IN" altLang="en-US" dirty="0">
                <a:solidFill>
                  <a:srgbClr val="FFFF00"/>
                </a:solidFill>
              </a:rPr>
              <a:t>MOVEMENT AND</a:t>
            </a:r>
            <a:r>
              <a:rPr lang="en-US" dirty="0">
                <a:solidFill>
                  <a:srgbClr val="FFFF00"/>
                </a:solidFill>
              </a:rPr>
              <a:t> </a:t>
            </a:r>
            <a:r>
              <a:rPr lang="en-IN" altLang="en-US" dirty="0">
                <a:solidFill>
                  <a:srgbClr val="FFFF00"/>
                </a:solidFill>
              </a:rPr>
              <a:t>POSTURE</a:t>
            </a:r>
            <a:r>
              <a:rPr lang="en-US" dirty="0">
                <a:solidFill>
                  <a:srgbClr val="FFFF00"/>
                </a:solidFill>
              </a:rPr>
              <a:t> </a:t>
            </a:r>
            <a:r>
              <a:rPr lang="en-US" dirty="0" smtClean="0">
                <a:solidFill>
                  <a:srgbClr val="FFFF00"/>
                </a:solidFill>
              </a:rPr>
              <a:t>KINESICS</a:t>
            </a:r>
            <a:endParaRPr lang="en-US" dirty="0">
              <a:solidFill>
                <a:srgbClr val="FFFF00"/>
              </a:solidFill>
            </a:endParaRPr>
          </a:p>
        </p:txBody>
      </p:sp>
      <p:sp>
        <p:nvSpPr>
          <p:cNvPr id="7" name="Rectangle 6"/>
          <p:cNvSpPr/>
          <p:nvPr/>
        </p:nvSpPr>
        <p:spPr>
          <a:xfrm>
            <a:off x="271462" y="1300163"/>
            <a:ext cx="9572625" cy="4832092"/>
          </a:xfrm>
          <a:prstGeom prst="rect">
            <a:avLst/>
          </a:prstGeom>
        </p:spPr>
        <p:txBody>
          <a:bodyPr wrap="square">
            <a:spAutoFit/>
          </a:bodyPr>
          <a:lstStyle/>
          <a:p>
            <a:pPr algn="just"/>
            <a:r>
              <a:rPr lang="en-US" sz="2800" spc="-45" dirty="0" smtClean="0">
                <a:solidFill>
                  <a:srgbClr val="7030A0"/>
                </a:solidFill>
                <a:cs typeface="Arial" panose="020B0604020202020204"/>
                <a:sym typeface="+mn-ea"/>
              </a:rPr>
              <a:t>S</a:t>
            </a:r>
            <a:r>
              <a:rPr lang="en-US" sz="2800" spc="5" dirty="0" smtClean="0">
                <a:solidFill>
                  <a:srgbClr val="7030A0"/>
                </a:solidFill>
                <a:cs typeface="Arial" panose="020B0604020202020204"/>
                <a:sym typeface="+mn-ea"/>
              </a:rPr>
              <a:t>c</a:t>
            </a:r>
            <a:r>
              <a:rPr lang="en-US" sz="2800" spc="-10" dirty="0" smtClean="0">
                <a:solidFill>
                  <a:srgbClr val="7030A0"/>
                </a:solidFill>
                <a:cs typeface="Arial" panose="020B0604020202020204"/>
                <a:sym typeface="+mn-ea"/>
              </a:rPr>
              <a:t>ie</a:t>
            </a:r>
            <a:r>
              <a:rPr lang="en-US" sz="2800" spc="5" dirty="0" smtClean="0">
                <a:solidFill>
                  <a:srgbClr val="7030A0"/>
                </a:solidFill>
                <a:cs typeface="Arial" panose="020B0604020202020204"/>
                <a:sym typeface="+mn-ea"/>
              </a:rPr>
              <a:t>nt</a:t>
            </a:r>
            <a:r>
              <a:rPr lang="en-US" sz="2800" spc="-10" dirty="0" smtClean="0">
                <a:solidFill>
                  <a:srgbClr val="7030A0"/>
                </a:solidFill>
                <a:cs typeface="Arial" panose="020B0604020202020204"/>
                <a:sym typeface="+mn-ea"/>
              </a:rPr>
              <a:t>ifi</a:t>
            </a:r>
            <a:r>
              <a:rPr lang="en-US" sz="2800" dirty="0" smtClean="0">
                <a:solidFill>
                  <a:srgbClr val="7030A0"/>
                </a:solidFill>
                <a:cs typeface="Arial" panose="020B0604020202020204"/>
                <a:sym typeface="+mn-ea"/>
              </a:rPr>
              <a:t>c</a:t>
            </a:r>
            <a:r>
              <a:rPr lang="en-US" sz="2800" spc="5" dirty="0" smtClean="0">
                <a:solidFill>
                  <a:srgbClr val="7030A0"/>
                </a:solidFill>
                <a:cs typeface="Arial" panose="020B0604020202020204"/>
                <a:sym typeface="+mn-ea"/>
              </a:rPr>
              <a:t> </a:t>
            </a:r>
            <a:r>
              <a:rPr lang="en-US" sz="2800" spc="15" dirty="0" smtClean="0">
                <a:solidFill>
                  <a:srgbClr val="7030A0"/>
                </a:solidFill>
                <a:cs typeface="Arial" panose="020B0604020202020204"/>
                <a:sym typeface="+mn-ea"/>
              </a:rPr>
              <a:t>s</a:t>
            </a:r>
            <a:r>
              <a:rPr lang="en-US" sz="2800" spc="5" dirty="0" smtClean="0">
                <a:solidFill>
                  <a:srgbClr val="7030A0"/>
                </a:solidFill>
                <a:cs typeface="Arial" panose="020B0604020202020204"/>
                <a:sym typeface="+mn-ea"/>
              </a:rPr>
              <a:t>t</a:t>
            </a:r>
            <a:r>
              <a:rPr lang="en-US" sz="2800" spc="-20" dirty="0" smtClean="0">
                <a:solidFill>
                  <a:srgbClr val="7030A0"/>
                </a:solidFill>
                <a:cs typeface="Arial" panose="020B0604020202020204"/>
                <a:sym typeface="+mn-ea"/>
              </a:rPr>
              <a:t>u</a:t>
            </a:r>
            <a:r>
              <a:rPr lang="en-US" sz="2800" dirty="0" smtClean="0">
                <a:solidFill>
                  <a:srgbClr val="7030A0"/>
                </a:solidFill>
                <a:cs typeface="Arial" panose="020B0604020202020204"/>
                <a:sym typeface="+mn-ea"/>
              </a:rPr>
              <a:t>dy</a:t>
            </a:r>
            <a:r>
              <a:rPr lang="en-US" sz="2800" spc="35" dirty="0" smtClean="0">
                <a:solidFill>
                  <a:srgbClr val="7030A0"/>
                </a:solidFill>
                <a:cs typeface="Arial" panose="020B0604020202020204"/>
                <a:sym typeface="+mn-ea"/>
              </a:rPr>
              <a:t> </a:t>
            </a:r>
            <a:r>
              <a:rPr lang="en-US" sz="2800" spc="-20" dirty="0" smtClean="0">
                <a:solidFill>
                  <a:srgbClr val="7030A0"/>
                </a:solidFill>
                <a:cs typeface="Arial" panose="020B0604020202020204"/>
                <a:sym typeface="+mn-ea"/>
              </a:rPr>
              <a:t>o</a:t>
            </a:r>
            <a:r>
              <a:rPr lang="en-US" sz="2800" dirty="0" smtClean="0">
                <a:solidFill>
                  <a:srgbClr val="7030A0"/>
                </a:solidFill>
                <a:cs typeface="Arial" panose="020B0604020202020204"/>
                <a:sym typeface="+mn-ea"/>
              </a:rPr>
              <a:t>f</a:t>
            </a:r>
            <a:r>
              <a:rPr lang="en-US" sz="2800" spc="25" dirty="0" smtClean="0">
                <a:solidFill>
                  <a:srgbClr val="7030A0"/>
                </a:solidFill>
                <a:cs typeface="Arial" panose="020B0604020202020204"/>
                <a:sym typeface="+mn-ea"/>
              </a:rPr>
              <a:t> </a:t>
            </a:r>
            <a:r>
              <a:rPr lang="en-US" sz="2800" b="1" i="1" spc="75" dirty="0" smtClean="0">
                <a:solidFill>
                  <a:srgbClr val="7030A0"/>
                </a:solidFill>
                <a:cs typeface="Arial" panose="020B0604020202020204"/>
                <a:sym typeface="+mn-ea"/>
              </a:rPr>
              <a:t>‘</a:t>
            </a:r>
            <a:r>
              <a:rPr lang="en-US" sz="2800" b="1" i="1" spc="80" dirty="0" smtClean="0">
                <a:solidFill>
                  <a:srgbClr val="7030A0"/>
                </a:solidFill>
                <a:cs typeface="Arial" panose="020B0604020202020204"/>
                <a:sym typeface="+mn-ea"/>
              </a:rPr>
              <a:t>ho</a:t>
            </a:r>
            <a:r>
              <a:rPr lang="en-US" sz="2800" b="1" i="1" dirty="0" smtClean="0">
                <a:solidFill>
                  <a:srgbClr val="7030A0"/>
                </a:solidFill>
                <a:cs typeface="Arial" panose="020B0604020202020204"/>
                <a:sym typeface="+mn-ea"/>
              </a:rPr>
              <a:t>w</a:t>
            </a:r>
            <a:r>
              <a:rPr lang="en-US" sz="2800" b="1" i="1" spc="340" dirty="0" smtClean="0">
                <a:solidFill>
                  <a:srgbClr val="7030A0"/>
                </a:solidFill>
                <a:cs typeface="Arial" panose="020B0604020202020204"/>
                <a:sym typeface="+mn-ea"/>
              </a:rPr>
              <a:t> </a:t>
            </a:r>
            <a:r>
              <a:rPr lang="en-US" sz="2800" b="1" i="1" spc="80" dirty="0" smtClean="0">
                <a:solidFill>
                  <a:srgbClr val="7030A0"/>
                </a:solidFill>
                <a:cs typeface="Arial" panose="020B0604020202020204"/>
                <a:sym typeface="+mn-ea"/>
              </a:rPr>
              <a:t>th</a:t>
            </a:r>
            <a:r>
              <a:rPr lang="en-US" sz="2800" b="1" i="1" dirty="0" smtClean="0">
                <a:solidFill>
                  <a:srgbClr val="7030A0"/>
                </a:solidFill>
                <a:cs typeface="Arial" panose="020B0604020202020204"/>
                <a:sym typeface="+mn-ea"/>
              </a:rPr>
              <a:t>e </a:t>
            </a:r>
            <a:r>
              <a:rPr lang="en-US" sz="2800" b="1" i="1" spc="80" dirty="0" smtClean="0">
                <a:solidFill>
                  <a:srgbClr val="7030A0"/>
                </a:solidFill>
                <a:cs typeface="Arial" panose="020B0604020202020204"/>
                <a:sym typeface="+mn-ea"/>
              </a:rPr>
              <a:t>bod</a:t>
            </a:r>
            <a:r>
              <a:rPr lang="en-US" sz="2800" b="1" i="1" dirty="0" smtClean="0">
                <a:solidFill>
                  <a:srgbClr val="7030A0"/>
                </a:solidFill>
                <a:cs typeface="Arial" panose="020B0604020202020204"/>
                <a:sym typeface="+mn-ea"/>
              </a:rPr>
              <a:t>y  </a:t>
            </a:r>
            <a:r>
              <a:rPr lang="en-US" sz="2800" b="1" i="1" spc="120" dirty="0" smtClean="0">
                <a:solidFill>
                  <a:srgbClr val="7030A0"/>
                </a:solidFill>
                <a:cs typeface="Arial" panose="020B0604020202020204"/>
                <a:sym typeface="+mn-ea"/>
              </a:rPr>
              <a:t>speaks</a:t>
            </a:r>
            <a:r>
              <a:rPr lang="en-US" sz="2800" spc="120" dirty="0" smtClean="0">
                <a:solidFill>
                  <a:srgbClr val="7030A0"/>
                </a:solidFill>
                <a:cs typeface="Arial" panose="020B0604020202020204"/>
                <a:sym typeface="+mn-ea"/>
              </a:rPr>
              <a:t>’</a:t>
            </a:r>
            <a:r>
              <a:rPr lang="en-US" sz="2800" dirty="0" smtClean="0">
                <a:solidFill>
                  <a:srgbClr val="7030A0"/>
                </a:solidFill>
                <a:cs typeface="Arial" panose="020B0604020202020204"/>
                <a:sym typeface="+mn-ea"/>
              </a:rPr>
              <a:t> has </a:t>
            </a:r>
            <a:r>
              <a:rPr lang="en-US" sz="2800" spc="-5" dirty="0" smtClean="0">
                <a:solidFill>
                  <a:srgbClr val="7030A0"/>
                </a:solidFill>
                <a:cs typeface="Arial" panose="020B0604020202020204"/>
                <a:sym typeface="+mn-ea"/>
              </a:rPr>
              <a:t>been labeled </a:t>
            </a:r>
            <a:r>
              <a:rPr lang="en-US" sz="2800" dirty="0" smtClean="0">
                <a:solidFill>
                  <a:srgbClr val="7030A0"/>
                </a:solidFill>
                <a:cs typeface="Arial" panose="020B0604020202020204"/>
                <a:sym typeface="+mn-ea"/>
              </a:rPr>
              <a:t>as</a:t>
            </a:r>
            <a:r>
              <a:rPr lang="en-US" sz="2800" spc="5" dirty="0" smtClean="0">
                <a:solidFill>
                  <a:srgbClr val="7030A0"/>
                </a:solidFill>
                <a:cs typeface="Arial" panose="020B0604020202020204"/>
                <a:sym typeface="+mn-ea"/>
              </a:rPr>
              <a:t> </a:t>
            </a:r>
            <a:r>
              <a:rPr lang="en-US" sz="2800" spc="180" dirty="0" smtClean="0">
                <a:solidFill>
                  <a:srgbClr val="7030A0"/>
                </a:solidFill>
                <a:cs typeface="Arial" panose="020B0604020202020204"/>
                <a:sym typeface="+mn-ea"/>
              </a:rPr>
              <a:t>‘</a:t>
            </a:r>
            <a:r>
              <a:rPr lang="en-US" sz="2800" b="1" i="1" spc="180" dirty="0" smtClean="0">
                <a:solidFill>
                  <a:srgbClr val="FF0000"/>
                </a:solidFill>
                <a:cs typeface="Arial" panose="020B0604020202020204"/>
                <a:sym typeface="+mn-ea"/>
              </a:rPr>
              <a:t>KINESICS</a:t>
            </a:r>
            <a:r>
              <a:rPr lang="en-US" sz="2800" b="1" i="1" spc="180" dirty="0" smtClean="0">
                <a:solidFill>
                  <a:srgbClr val="FF0000"/>
                </a:solidFill>
                <a:cs typeface="Arial" panose="020B0604020202020204"/>
                <a:sym typeface="+mn-ea"/>
              </a:rPr>
              <a:t>’</a:t>
            </a:r>
            <a:r>
              <a:rPr lang="en-US" sz="2800" b="1" i="1" spc="180" dirty="0" smtClean="0">
                <a:solidFill>
                  <a:srgbClr val="7030A0"/>
                </a:solidFill>
                <a:cs typeface="Arial" panose="020B0604020202020204"/>
                <a:sym typeface="+mn-ea"/>
              </a:rPr>
              <a:t>.</a:t>
            </a:r>
          </a:p>
          <a:p>
            <a:pPr algn="just"/>
            <a:endParaRPr lang="en-US" sz="2800" b="1" i="1" spc="180" dirty="0" smtClean="0">
              <a:solidFill>
                <a:srgbClr val="7030A0"/>
              </a:solidFill>
              <a:cs typeface="Arial" panose="020B0604020202020204"/>
              <a:sym typeface="+mn-ea"/>
            </a:endParaRPr>
          </a:p>
          <a:p>
            <a:pPr algn="just"/>
            <a:r>
              <a:rPr lang="en-US" sz="2800" dirty="0" smtClean="0">
                <a:solidFill>
                  <a:srgbClr val="7030A0"/>
                </a:solidFill>
              </a:rPr>
              <a:t>Consider how your perceptions of people are affected by the way they sit, walk, stand, or hold their head. The way you move and carry yourself communicates a wealth of information to the world. This type of </a:t>
            </a:r>
            <a:r>
              <a:rPr lang="en-US" sz="2800" dirty="0" smtClean="0">
                <a:solidFill>
                  <a:srgbClr val="7030A0"/>
                </a:solidFill>
              </a:rPr>
              <a:t>nonverbal communication </a:t>
            </a:r>
            <a:r>
              <a:rPr lang="en-US" sz="2800" dirty="0" smtClean="0">
                <a:solidFill>
                  <a:srgbClr val="7030A0"/>
                </a:solidFill>
              </a:rPr>
              <a:t>includes your posture, bearing, stance, and the subtle movements you make.</a:t>
            </a:r>
          </a:p>
          <a:p>
            <a:pPr algn="just"/>
            <a:endParaRPr lang="en-US" sz="2800" b="1" i="1" spc="180" dirty="0" smtClean="0">
              <a:solidFill>
                <a:srgbClr val="7030A0"/>
              </a:solidFill>
              <a:cs typeface="Arial" panose="020B0604020202020204"/>
              <a:sym typeface="+mn-ea"/>
            </a:endParaRPr>
          </a:p>
          <a:p>
            <a:pPr algn="just"/>
            <a:endParaRPr lang="en-US" sz="2800" dirty="0">
              <a:solidFill>
                <a:srgbClr val="7030A0"/>
              </a:solidFill>
              <a:cs typeface="Arial" panose="020B0604020202020204"/>
            </a:endParaRPr>
          </a:p>
        </p:txBody>
      </p:sp>
    </p:spTree>
  </p:cSld>
  <p:clrMapOvr>
    <a:masterClrMapping/>
  </p:clrMapOvr>
  <p:transition>
    <p:blinds dir="ver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9600" y="138272"/>
            <a:ext cx="10972800" cy="687070"/>
          </a:xfrm>
          <a:prstGeom prst="rect">
            <a:avLst/>
          </a:prstGeom>
        </p:spPr>
        <p:txBody>
          <a:bodyPr vert="horz" wrap="square" lIns="0" tIns="133350" rIns="0" bIns="0" rtlCol="0">
            <a:spAutoFit/>
          </a:bodyPr>
          <a:lstStyle/>
          <a:p>
            <a:pPr marL="164465" marR="5080">
              <a:lnSpc>
                <a:spcPct val="100000"/>
              </a:lnSpc>
              <a:spcBef>
                <a:spcPts val="100"/>
              </a:spcBef>
            </a:pPr>
            <a:r>
              <a:rPr b="1" spc="110" dirty="0"/>
              <a:t>F</a:t>
            </a:r>
            <a:r>
              <a:rPr lang="en-IN" b="1" spc="110" dirty="0"/>
              <a:t>ORMS</a:t>
            </a:r>
            <a:r>
              <a:rPr b="1" spc="110" dirty="0"/>
              <a:t> </a:t>
            </a:r>
            <a:r>
              <a:rPr lang="en-IN" b="1" spc="110" dirty="0"/>
              <a:t>OF</a:t>
            </a:r>
            <a:r>
              <a:rPr b="1" spc="40" dirty="0"/>
              <a:t> </a:t>
            </a:r>
            <a:r>
              <a:rPr lang="en-IN" b="1" spc="40" dirty="0"/>
              <a:t>NON</a:t>
            </a:r>
            <a:r>
              <a:rPr b="1" spc="145" dirty="0"/>
              <a:t>-</a:t>
            </a:r>
            <a:r>
              <a:rPr lang="en-IN" b="1" spc="145" dirty="0"/>
              <a:t>VERBAL</a:t>
            </a:r>
            <a:r>
              <a:rPr b="1" spc="145" dirty="0"/>
              <a:t> </a:t>
            </a:r>
            <a:r>
              <a:rPr lang="en-IN" b="1" spc="145" dirty="0"/>
              <a:t>COMMUNICATION</a:t>
            </a:r>
          </a:p>
        </p:txBody>
      </p:sp>
      <p:sp>
        <p:nvSpPr>
          <p:cNvPr id="3" name="object 3"/>
          <p:cNvSpPr txBox="1"/>
          <p:nvPr/>
        </p:nvSpPr>
        <p:spPr>
          <a:xfrm>
            <a:off x="2452369" y="1805940"/>
            <a:ext cx="3656329" cy="4164330"/>
          </a:xfrm>
          <a:prstGeom prst="rect">
            <a:avLst/>
          </a:prstGeom>
        </p:spPr>
        <p:txBody>
          <a:bodyPr vert="horz" wrap="square" lIns="0" tIns="12700" rIns="0" bIns="0" rtlCol="0">
            <a:spAutoFit/>
          </a:bodyPr>
          <a:lstStyle/>
          <a:p>
            <a:pPr marL="417830" indent="-341630">
              <a:lnSpc>
                <a:spcPct val="100000"/>
              </a:lnSpc>
              <a:spcBef>
                <a:spcPts val="100"/>
              </a:spcBef>
              <a:buClr>
                <a:srgbClr val="990000"/>
              </a:buClr>
              <a:buSzPct val="75000"/>
              <a:buFont typeface="UnDotum"/>
              <a:buChar char=""/>
              <a:tabLst>
                <a:tab pos="417830" algn="l"/>
              </a:tabLst>
            </a:pPr>
            <a:r>
              <a:rPr sz="3200" spc="-5" dirty="0">
                <a:latin typeface="Arial" panose="020B0604020202020204"/>
                <a:cs typeface="Arial" panose="020B0604020202020204"/>
              </a:rPr>
              <a:t>Facial</a:t>
            </a:r>
            <a:r>
              <a:rPr sz="3200" spc="-60" dirty="0">
                <a:latin typeface="Arial" panose="020B0604020202020204"/>
                <a:cs typeface="Arial" panose="020B0604020202020204"/>
              </a:rPr>
              <a:t> </a:t>
            </a:r>
            <a:r>
              <a:rPr sz="3200" dirty="0">
                <a:latin typeface="Arial" panose="020B0604020202020204"/>
                <a:cs typeface="Arial" panose="020B0604020202020204"/>
              </a:rPr>
              <a:t>expression</a:t>
            </a:r>
            <a:endParaRPr sz="3200">
              <a:latin typeface="Arial" panose="020B0604020202020204"/>
              <a:cs typeface="Arial" panose="020B0604020202020204"/>
            </a:endParaRPr>
          </a:p>
          <a:p>
            <a:pPr>
              <a:lnSpc>
                <a:spcPct val="100000"/>
              </a:lnSpc>
              <a:spcBef>
                <a:spcPts val="35"/>
              </a:spcBef>
              <a:buClr>
                <a:srgbClr val="990000"/>
              </a:buClr>
              <a:buFont typeface="UnDotum"/>
              <a:buChar char=""/>
            </a:pPr>
            <a:endParaRPr sz="4700">
              <a:latin typeface="Arial" panose="020B0604020202020204"/>
              <a:cs typeface="Arial" panose="020B0604020202020204"/>
            </a:endParaRPr>
          </a:p>
          <a:p>
            <a:pPr marL="417830" indent="-341630">
              <a:lnSpc>
                <a:spcPct val="100000"/>
              </a:lnSpc>
              <a:buClr>
                <a:srgbClr val="990000"/>
              </a:buClr>
              <a:buSzPct val="75000"/>
              <a:buFont typeface="UnDotum"/>
              <a:buChar char=""/>
              <a:tabLst>
                <a:tab pos="417830" algn="l"/>
              </a:tabLst>
            </a:pPr>
            <a:r>
              <a:rPr sz="3200" spc="-5" dirty="0">
                <a:latin typeface="Arial" panose="020B0604020202020204"/>
                <a:cs typeface="Arial" panose="020B0604020202020204"/>
              </a:rPr>
              <a:t>Gestures</a:t>
            </a:r>
            <a:endParaRPr sz="3200">
              <a:latin typeface="Arial" panose="020B0604020202020204"/>
              <a:cs typeface="Arial" panose="020B0604020202020204"/>
            </a:endParaRPr>
          </a:p>
          <a:p>
            <a:pPr>
              <a:lnSpc>
                <a:spcPct val="100000"/>
              </a:lnSpc>
              <a:spcBef>
                <a:spcPts val="25"/>
              </a:spcBef>
              <a:buClr>
                <a:srgbClr val="990000"/>
              </a:buClr>
              <a:buFont typeface="UnDotum"/>
              <a:buChar char=""/>
            </a:pPr>
            <a:endParaRPr sz="4700">
              <a:latin typeface="Arial" panose="020B0604020202020204"/>
              <a:cs typeface="Arial" panose="020B0604020202020204"/>
            </a:endParaRPr>
          </a:p>
          <a:p>
            <a:pPr marL="417830" indent="-341630">
              <a:lnSpc>
                <a:spcPct val="100000"/>
              </a:lnSpc>
              <a:buClr>
                <a:srgbClr val="990000"/>
              </a:buClr>
              <a:buSzPct val="75000"/>
              <a:buFont typeface="UnDotum"/>
              <a:buChar char=""/>
              <a:tabLst>
                <a:tab pos="417830" algn="l"/>
              </a:tabLst>
            </a:pPr>
            <a:r>
              <a:rPr sz="3200" spc="15" dirty="0">
                <a:latin typeface="Arial" panose="020B0604020202020204"/>
                <a:cs typeface="Arial" panose="020B0604020202020204"/>
              </a:rPr>
              <a:t>Eye</a:t>
            </a:r>
            <a:r>
              <a:rPr sz="3200" spc="-20" dirty="0">
                <a:latin typeface="Arial" panose="020B0604020202020204"/>
                <a:cs typeface="Arial" panose="020B0604020202020204"/>
              </a:rPr>
              <a:t> </a:t>
            </a:r>
            <a:r>
              <a:rPr sz="3200" dirty="0">
                <a:latin typeface="Arial" panose="020B0604020202020204"/>
                <a:cs typeface="Arial" panose="020B0604020202020204"/>
              </a:rPr>
              <a:t>contact</a:t>
            </a:r>
            <a:endParaRPr sz="3200">
              <a:latin typeface="Arial" panose="020B0604020202020204"/>
              <a:cs typeface="Arial" panose="020B0604020202020204"/>
            </a:endParaRPr>
          </a:p>
          <a:p>
            <a:pPr>
              <a:lnSpc>
                <a:spcPct val="100000"/>
              </a:lnSpc>
              <a:spcBef>
                <a:spcPts val="35"/>
              </a:spcBef>
              <a:buClr>
                <a:srgbClr val="990000"/>
              </a:buClr>
              <a:buFont typeface="UnDotum"/>
              <a:buChar char=""/>
            </a:pPr>
            <a:endParaRPr sz="4700">
              <a:latin typeface="Arial" panose="020B0604020202020204"/>
              <a:cs typeface="Arial" panose="020B0604020202020204"/>
            </a:endParaRPr>
          </a:p>
          <a:p>
            <a:pPr marL="417830" indent="-341630">
              <a:lnSpc>
                <a:spcPct val="100000"/>
              </a:lnSpc>
              <a:buClr>
                <a:srgbClr val="990000"/>
              </a:buClr>
              <a:buSzPct val="75000"/>
              <a:buFont typeface="UnDotum"/>
              <a:buChar char=""/>
              <a:tabLst>
                <a:tab pos="417830" algn="l"/>
              </a:tabLst>
            </a:pPr>
            <a:r>
              <a:rPr sz="3200" spc="-5" dirty="0">
                <a:latin typeface="Arial" panose="020B0604020202020204"/>
                <a:cs typeface="Arial" panose="020B0604020202020204"/>
              </a:rPr>
              <a:t>Body</a:t>
            </a:r>
            <a:r>
              <a:rPr sz="3200" spc="5" dirty="0">
                <a:latin typeface="Arial" panose="020B0604020202020204"/>
                <a:cs typeface="Arial" panose="020B0604020202020204"/>
              </a:rPr>
              <a:t> </a:t>
            </a:r>
            <a:r>
              <a:rPr sz="3200" dirty="0">
                <a:latin typeface="Arial" panose="020B0604020202020204"/>
                <a:cs typeface="Arial" panose="020B0604020202020204"/>
              </a:rPr>
              <a:t>movement</a:t>
            </a:r>
            <a:endParaRPr sz="3200">
              <a:latin typeface="Arial" panose="020B0604020202020204"/>
              <a:cs typeface="Arial" panose="020B0604020202020204"/>
            </a:endParaRPr>
          </a:p>
        </p:txBody>
      </p:sp>
      <p:sp>
        <p:nvSpPr>
          <p:cNvPr id="4" name="object 4"/>
          <p:cNvSpPr/>
          <p:nvPr/>
        </p:nvSpPr>
        <p:spPr>
          <a:xfrm>
            <a:off x="8256269" y="1557019"/>
            <a:ext cx="1463040" cy="1524000"/>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8832850" y="4867909"/>
            <a:ext cx="1422400" cy="1657350"/>
          </a:xfrm>
          <a:prstGeom prst="rect">
            <a:avLst/>
          </a:prstGeom>
          <a:blipFill>
            <a:blip r:embed="rId3" cstate="print"/>
            <a:stretch>
              <a:fillRect/>
            </a:stretch>
          </a:blipFill>
        </p:spPr>
        <p:txBody>
          <a:bodyPr wrap="square" lIns="0" tIns="0" rIns="0" bIns="0" rtlCol="0"/>
          <a:lstStyle/>
          <a:p>
            <a:endParaRPr/>
          </a:p>
        </p:txBody>
      </p:sp>
      <p:grpSp>
        <p:nvGrpSpPr>
          <p:cNvPr id="6" name="object 6"/>
          <p:cNvGrpSpPr/>
          <p:nvPr/>
        </p:nvGrpSpPr>
        <p:grpSpPr>
          <a:xfrm>
            <a:off x="5519420" y="2576829"/>
            <a:ext cx="2848610" cy="2811780"/>
            <a:chOff x="3995420" y="2576829"/>
            <a:chExt cx="2848610" cy="2811780"/>
          </a:xfrm>
        </p:grpSpPr>
        <p:sp>
          <p:nvSpPr>
            <p:cNvPr id="7" name="object 7"/>
            <p:cNvSpPr/>
            <p:nvPr/>
          </p:nvSpPr>
          <p:spPr>
            <a:xfrm>
              <a:off x="3995420" y="3923029"/>
              <a:ext cx="1035050" cy="226060"/>
            </a:xfrm>
            <a:custGeom>
              <a:avLst/>
              <a:gdLst/>
              <a:ahLst/>
              <a:cxnLst/>
              <a:rect l="l" t="t" r="r" b="b"/>
              <a:pathLst>
                <a:path w="1035050" h="226060">
                  <a:moveTo>
                    <a:pt x="1010919" y="0"/>
                  </a:moveTo>
                  <a:lnTo>
                    <a:pt x="861059" y="0"/>
                  </a:lnTo>
                  <a:lnTo>
                    <a:pt x="350519" y="5080"/>
                  </a:lnTo>
                  <a:lnTo>
                    <a:pt x="92709" y="100330"/>
                  </a:lnTo>
                  <a:lnTo>
                    <a:pt x="22859" y="124460"/>
                  </a:lnTo>
                  <a:lnTo>
                    <a:pt x="0" y="144780"/>
                  </a:lnTo>
                  <a:lnTo>
                    <a:pt x="57150" y="226060"/>
                  </a:lnTo>
                  <a:lnTo>
                    <a:pt x="257809" y="205740"/>
                  </a:lnTo>
                  <a:lnTo>
                    <a:pt x="695959" y="129540"/>
                  </a:lnTo>
                  <a:lnTo>
                    <a:pt x="948689" y="120650"/>
                  </a:lnTo>
                  <a:lnTo>
                    <a:pt x="1004569" y="106680"/>
                  </a:lnTo>
                  <a:lnTo>
                    <a:pt x="1022350" y="80010"/>
                  </a:lnTo>
                  <a:lnTo>
                    <a:pt x="1035050" y="15240"/>
                  </a:lnTo>
                  <a:lnTo>
                    <a:pt x="1010919" y="0"/>
                  </a:lnTo>
                  <a:close/>
                </a:path>
              </a:pathLst>
            </a:custGeom>
            <a:solidFill>
              <a:srgbClr val="FFFFFF"/>
            </a:solidFill>
          </p:spPr>
          <p:txBody>
            <a:bodyPr wrap="square" lIns="0" tIns="0" rIns="0" bIns="0" rtlCol="0"/>
            <a:lstStyle/>
            <a:p>
              <a:endParaRPr/>
            </a:p>
          </p:txBody>
        </p:sp>
        <p:sp>
          <p:nvSpPr>
            <p:cNvPr id="8" name="object 8"/>
            <p:cNvSpPr/>
            <p:nvPr/>
          </p:nvSpPr>
          <p:spPr>
            <a:xfrm>
              <a:off x="4093210" y="2576829"/>
              <a:ext cx="1005840" cy="1436370"/>
            </a:xfrm>
            <a:custGeom>
              <a:avLst/>
              <a:gdLst/>
              <a:ahLst/>
              <a:cxnLst/>
              <a:rect l="l" t="t" r="r" b="b"/>
              <a:pathLst>
                <a:path w="1005839" h="1436370">
                  <a:moveTo>
                    <a:pt x="80010" y="638810"/>
                  </a:moveTo>
                  <a:lnTo>
                    <a:pt x="22860" y="659130"/>
                  </a:lnTo>
                  <a:lnTo>
                    <a:pt x="0" y="717550"/>
                  </a:lnTo>
                  <a:lnTo>
                    <a:pt x="0" y="742950"/>
                  </a:lnTo>
                  <a:lnTo>
                    <a:pt x="34289" y="828040"/>
                  </a:lnTo>
                  <a:lnTo>
                    <a:pt x="29210" y="927100"/>
                  </a:lnTo>
                  <a:lnTo>
                    <a:pt x="36829" y="1022350"/>
                  </a:lnTo>
                  <a:lnTo>
                    <a:pt x="85089" y="1159510"/>
                  </a:lnTo>
                  <a:lnTo>
                    <a:pt x="166369" y="1266190"/>
                  </a:lnTo>
                  <a:lnTo>
                    <a:pt x="257810" y="1361440"/>
                  </a:lnTo>
                  <a:lnTo>
                    <a:pt x="257810" y="1426210"/>
                  </a:lnTo>
                  <a:lnTo>
                    <a:pt x="275589" y="1436370"/>
                  </a:lnTo>
                  <a:lnTo>
                    <a:pt x="539750" y="1402080"/>
                  </a:lnTo>
                  <a:lnTo>
                    <a:pt x="746760" y="1390650"/>
                  </a:lnTo>
                  <a:lnTo>
                    <a:pt x="867410" y="1366520"/>
                  </a:lnTo>
                  <a:lnTo>
                    <a:pt x="919479" y="1245870"/>
                  </a:lnTo>
                  <a:lnTo>
                    <a:pt x="942339" y="1089660"/>
                  </a:lnTo>
                  <a:lnTo>
                    <a:pt x="952500" y="919480"/>
                  </a:lnTo>
                  <a:lnTo>
                    <a:pt x="930910" y="802640"/>
                  </a:lnTo>
                  <a:lnTo>
                    <a:pt x="919479" y="688340"/>
                  </a:lnTo>
                  <a:lnTo>
                    <a:pt x="920652" y="657860"/>
                  </a:lnTo>
                  <a:lnTo>
                    <a:pt x="179069" y="657860"/>
                  </a:lnTo>
                  <a:lnTo>
                    <a:pt x="127000" y="641350"/>
                  </a:lnTo>
                  <a:lnTo>
                    <a:pt x="80010" y="638810"/>
                  </a:lnTo>
                  <a:close/>
                </a:path>
                <a:path w="1005839" h="1436370">
                  <a:moveTo>
                    <a:pt x="287019" y="551180"/>
                  </a:moveTo>
                  <a:lnTo>
                    <a:pt x="264160" y="551180"/>
                  </a:lnTo>
                  <a:lnTo>
                    <a:pt x="228600" y="558800"/>
                  </a:lnTo>
                  <a:lnTo>
                    <a:pt x="198119" y="576580"/>
                  </a:lnTo>
                  <a:lnTo>
                    <a:pt x="180339" y="607060"/>
                  </a:lnTo>
                  <a:lnTo>
                    <a:pt x="179069" y="657860"/>
                  </a:lnTo>
                  <a:lnTo>
                    <a:pt x="412750" y="657860"/>
                  </a:lnTo>
                  <a:lnTo>
                    <a:pt x="349250" y="581660"/>
                  </a:lnTo>
                  <a:lnTo>
                    <a:pt x="327660" y="561340"/>
                  </a:lnTo>
                  <a:lnTo>
                    <a:pt x="287019" y="551180"/>
                  </a:lnTo>
                  <a:close/>
                </a:path>
                <a:path w="1005839" h="1436370">
                  <a:moveTo>
                    <a:pt x="412750" y="0"/>
                  </a:moveTo>
                  <a:lnTo>
                    <a:pt x="359410" y="13970"/>
                  </a:lnTo>
                  <a:lnTo>
                    <a:pt x="335279" y="48260"/>
                  </a:lnTo>
                  <a:lnTo>
                    <a:pt x="332739" y="93980"/>
                  </a:lnTo>
                  <a:lnTo>
                    <a:pt x="332739" y="163830"/>
                  </a:lnTo>
                  <a:lnTo>
                    <a:pt x="347979" y="340360"/>
                  </a:lnTo>
                  <a:lnTo>
                    <a:pt x="351789" y="410210"/>
                  </a:lnTo>
                  <a:lnTo>
                    <a:pt x="402589" y="561340"/>
                  </a:lnTo>
                  <a:lnTo>
                    <a:pt x="417829" y="617220"/>
                  </a:lnTo>
                  <a:lnTo>
                    <a:pt x="412750" y="657860"/>
                  </a:lnTo>
                  <a:lnTo>
                    <a:pt x="920652" y="657860"/>
                  </a:lnTo>
                  <a:lnTo>
                    <a:pt x="922801" y="601980"/>
                  </a:lnTo>
                  <a:lnTo>
                    <a:pt x="619760" y="601980"/>
                  </a:lnTo>
                  <a:lnTo>
                    <a:pt x="579119" y="571500"/>
                  </a:lnTo>
                  <a:lnTo>
                    <a:pt x="551179" y="330200"/>
                  </a:lnTo>
                  <a:lnTo>
                    <a:pt x="492760" y="50800"/>
                  </a:lnTo>
                  <a:lnTo>
                    <a:pt x="466089" y="13970"/>
                  </a:lnTo>
                  <a:lnTo>
                    <a:pt x="412750" y="0"/>
                  </a:lnTo>
                  <a:close/>
                </a:path>
                <a:path w="1005839" h="1436370">
                  <a:moveTo>
                    <a:pt x="947419" y="35560"/>
                  </a:moveTo>
                  <a:lnTo>
                    <a:pt x="900429" y="48260"/>
                  </a:lnTo>
                  <a:lnTo>
                    <a:pt x="857250" y="100330"/>
                  </a:lnTo>
                  <a:lnTo>
                    <a:pt x="831850" y="173990"/>
                  </a:lnTo>
                  <a:lnTo>
                    <a:pt x="815339" y="250190"/>
                  </a:lnTo>
                  <a:lnTo>
                    <a:pt x="772160" y="344170"/>
                  </a:lnTo>
                  <a:lnTo>
                    <a:pt x="722629" y="548640"/>
                  </a:lnTo>
                  <a:lnTo>
                    <a:pt x="695960" y="584200"/>
                  </a:lnTo>
                  <a:lnTo>
                    <a:pt x="661669" y="596900"/>
                  </a:lnTo>
                  <a:lnTo>
                    <a:pt x="619760" y="601980"/>
                  </a:lnTo>
                  <a:lnTo>
                    <a:pt x="922801" y="601980"/>
                  </a:lnTo>
                  <a:lnTo>
                    <a:pt x="924560" y="556260"/>
                  </a:lnTo>
                  <a:lnTo>
                    <a:pt x="970279" y="396240"/>
                  </a:lnTo>
                  <a:lnTo>
                    <a:pt x="999489" y="233680"/>
                  </a:lnTo>
                  <a:lnTo>
                    <a:pt x="1005839" y="104140"/>
                  </a:lnTo>
                  <a:lnTo>
                    <a:pt x="993139" y="54610"/>
                  </a:lnTo>
                  <a:lnTo>
                    <a:pt x="947419" y="35560"/>
                  </a:lnTo>
                  <a:close/>
                </a:path>
              </a:pathLst>
            </a:custGeom>
            <a:solidFill>
              <a:srgbClr val="C6685B"/>
            </a:solidFill>
          </p:spPr>
          <p:txBody>
            <a:bodyPr wrap="square" lIns="0" tIns="0" rIns="0" bIns="0" rtlCol="0"/>
            <a:lstStyle/>
            <a:p>
              <a:endParaRPr/>
            </a:p>
          </p:txBody>
        </p:sp>
        <p:sp>
          <p:nvSpPr>
            <p:cNvPr id="9" name="object 9"/>
            <p:cNvSpPr/>
            <p:nvPr/>
          </p:nvSpPr>
          <p:spPr>
            <a:xfrm>
              <a:off x="4006850" y="2581909"/>
              <a:ext cx="1111250" cy="1569720"/>
            </a:xfrm>
            <a:custGeom>
              <a:avLst/>
              <a:gdLst/>
              <a:ahLst/>
              <a:cxnLst/>
              <a:rect l="l" t="t" r="r" b="b"/>
              <a:pathLst>
                <a:path w="1111250" h="1569720">
                  <a:moveTo>
                    <a:pt x="765810" y="585470"/>
                  </a:moveTo>
                  <a:lnTo>
                    <a:pt x="734060" y="594360"/>
                  </a:lnTo>
                  <a:lnTo>
                    <a:pt x="713740" y="594360"/>
                  </a:lnTo>
                  <a:lnTo>
                    <a:pt x="698500" y="589280"/>
                  </a:lnTo>
                  <a:lnTo>
                    <a:pt x="688340" y="562610"/>
                  </a:lnTo>
                  <a:lnTo>
                    <a:pt x="679450" y="523240"/>
                  </a:lnTo>
                  <a:lnTo>
                    <a:pt x="669290" y="410210"/>
                  </a:lnTo>
                  <a:lnTo>
                    <a:pt x="652780" y="339090"/>
                  </a:lnTo>
                  <a:lnTo>
                    <a:pt x="632460" y="250190"/>
                  </a:lnTo>
                  <a:lnTo>
                    <a:pt x="613410" y="182880"/>
                  </a:lnTo>
                  <a:lnTo>
                    <a:pt x="607060" y="124460"/>
                  </a:lnTo>
                  <a:lnTo>
                    <a:pt x="588010" y="44450"/>
                  </a:lnTo>
                  <a:lnTo>
                    <a:pt x="557530" y="8890"/>
                  </a:lnTo>
                  <a:lnTo>
                    <a:pt x="515620" y="0"/>
                  </a:lnTo>
                  <a:lnTo>
                    <a:pt x="546100" y="8890"/>
                  </a:lnTo>
                  <a:lnTo>
                    <a:pt x="567690" y="35560"/>
                  </a:lnTo>
                  <a:lnTo>
                    <a:pt x="576580" y="74930"/>
                  </a:lnTo>
                  <a:lnTo>
                    <a:pt x="576580" y="129540"/>
                  </a:lnTo>
                  <a:lnTo>
                    <a:pt x="572770" y="163830"/>
                  </a:lnTo>
                  <a:lnTo>
                    <a:pt x="546100" y="209550"/>
                  </a:lnTo>
                  <a:lnTo>
                    <a:pt x="576580" y="227330"/>
                  </a:lnTo>
                  <a:lnTo>
                    <a:pt x="607060" y="259080"/>
                  </a:lnTo>
                  <a:lnTo>
                    <a:pt x="617220" y="312420"/>
                  </a:lnTo>
                  <a:lnTo>
                    <a:pt x="613410" y="365760"/>
                  </a:lnTo>
                  <a:lnTo>
                    <a:pt x="596900" y="415290"/>
                  </a:lnTo>
                  <a:lnTo>
                    <a:pt x="607060" y="424180"/>
                  </a:lnTo>
                  <a:lnTo>
                    <a:pt x="617220" y="441960"/>
                  </a:lnTo>
                  <a:lnTo>
                    <a:pt x="617220" y="469900"/>
                  </a:lnTo>
                  <a:lnTo>
                    <a:pt x="607060" y="513080"/>
                  </a:lnTo>
                  <a:lnTo>
                    <a:pt x="596900" y="549910"/>
                  </a:lnTo>
                  <a:lnTo>
                    <a:pt x="596900" y="589280"/>
                  </a:lnTo>
                  <a:lnTo>
                    <a:pt x="601980" y="603250"/>
                  </a:lnTo>
                  <a:lnTo>
                    <a:pt x="628650" y="608330"/>
                  </a:lnTo>
                  <a:lnTo>
                    <a:pt x="698500" y="608330"/>
                  </a:lnTo>
                  <a:lnTo>
                    <a:pt x="734060" y="603250"/>
                  </a:lnTo>
                  <a:lnTo>
                    <a:pt x="749922" y="594360"/>
                  </a:lnTo>
                  <a:lnTo>
                    <a:pt x="765810" y="585470"/>
                  </a:lnTo>
                  <a:close/>
                </a:path>
                <a:path w="1111250" h="1569720">
                  <a:moveTo>
                    <a:pt x="963930" y="62230"/>
                  </a:moveTo>
                  <a:lnTo>
                    <a:pt x="943610" y="88900"/>
                  </a:lnTo>
                  <a:lnTo>
                    <a:pt x="923290" y="147320"/>
                  </a:lnTo>
                  <a:lnTo>
                    <a:pt x="901700" y="223520"/>
                  </a:lnTo>
                  <a:lnTo>
                    <a:pt x="881380" y="267970"/>
                  </a:lnTo>
                  <a:lnTo>
                    <a:pt x="855980" y="339090"/>
                  </a:lnTo>
                  <a:lnTo>
                    <a:pt x="836930" y="427990"/>
                  </a:lnTo>
                  <a:lnTo>
                    <a:pt x="812800" y="523240"/>
                  </a:lnTo>
                  <a:lnTo>
                    <a:pt x="784860" y="576580"/>
                  </a:lnTo>
                  <a:lnTo>
                    <a:pt x="811530" y="544830"/>
                  </a:lnTo>
                  <a:lnTo>
                    <a:pt x="825500" y="504190"/>
                  </a:lnTo>
                  <a:lnTo>
                    <a:pt x="840740" y="452120"/>
                  </a:lnTo>
                  <a:lnTo>
                    <a:pt x="852170" y="393700"/>
                  </a:lnTo>
                  <a:lnTo>
                    <a:pt x="872490" y="321310"/>
                  </a:lnTo>
                  <a:lnTo>
                    <a:pt x="901700" y="254000"/>
                  </a:lnTo>
                  <a:lnTo>
                    <a:pt x="911860" y="209550"/>
                  </a:lnTo>
                  <a:lnTo>
                    <a:pt x="938530" y="124460"/>
                  </a:lnTo>
                  <a:lnTo>
                    <a:pt x="963930" y="62230"/>
                  </a:lnTo>
                  <a:close/>
                </a:path>
                <a:path w="1111250" h="1569720">
                  <a:moveTo>
                    <a:pt x="1003300" y="1441450"/>
                  </a:moveTo>
                  <a:lnTo>
                    <a:pt x="942340" y="1456690"/>
                  </a:lnTo>
                  <a:lnTo>
                    <a:pt x="669290" y="1473200"/>
                  </a:lnTo>
                  <a:lnTo>
                    <a:pt x="480060" y="1499870"/>
                  </a:lnTo>
                  <a:lnTo>
                    <a:pt x="255270" y="1543050"/>
                  </a:lnTo>
                  <a:lnTo>
                    <a:pt x="48260" y="1564640"/>
                  </a:lnTo>
                  <a:lnTo>
                    <a:pt x="0" y="1494790"/>
                  </a:lnTo>
                  <a:lnTo>
                    <a:pt x="30480" y="1569720"/>
                  </a:lnTo>
                  <a:lnTo>
                    <a:pt x="115570" y="1564640"/>
                  </a:lnTo>
                  <a:lnTo>
                    <a:pt x="200660" y="1559560"/>
                  </a:lnTo>
                  <a:lnTo>
                    <a:pt x="365760" y="1531620"/>
                  </a:lnTo>
                  <a:lnTo>
                    <a:pt x="534670" y="1499870"/>
                  </a:lnTo>
                  <a:lnTo>
                    <a:pt x="693420" y="1478280"/>
                  </a:lnTo>
                  <a:lnTo>
                    <a:pt x="852170" y="1473200"/>
                  </a:lnTo>
                  <a:lnTo>
                    <a:pt x="960120" y="1463040"/>
                  </a:lnTo>
                  <a:lnTo>
                    <a:pt x="1003300" y="1441450"/>
                  </a:lnTo>
                  <a:close/>
                </a:path>
                <a:path w="1111250" h="1569720">
                  <a:moveTo>
                    <a:pt x="1111250" y="105410"/>
                  </a:moveTo>
                  <a:lnTo>
                    <a:pt x="1101090" y="52070"/>
                  </a:lnTo>
                  <a:lnTo>
                    <a:pt x="1080770" y="35560"/>
                  </a:lnTo>
                  <a:lnTo>
                    <a:pt x="1061720" y="30480"/>
                  </a:lnTo>
                  <a:lnTo>
                    <a:pt x="1022350" y="30480"/>
                  </a:lnTo>
                  <a:lnTo>
                    <a:pt x="988060" y="39370"/>
                  </a:lnTo>
                  <a:lnTo>
                    <a:pt x="974090" y="52070"/>
                  </a:lnTo>
                  <a:lnTo>
                    <a:pt x="999490" y="39370"/>
                  </a:lnTo>
                  <a:lnTo>
                    <a:pt x="1028700" y="35560"/>
                  </a:lnTo>
                  <a:lnTo>
                    <a:pt x="1049020" y="39370"/>
                  </a:lnTo>
                  <a:lnTo>
                    <a:pt x="1075690" y="52070"/>
                  </a:lnTo>
                  <a:lnTo>
                    <a:pt x="1085850" y="74930"/>
                  </a:lnTo>
                  <a:lnTo>
                    <a:pt x="1085850" y="111760"/>
                  </a:lnTo>
                  <a:lnTo>
                    <a:pt x="1075690" y="173990"/>
                  </a:lnTo>
                  <a:lnTo>
                    <a:pt x="1043940" y="232410"/>
                  </a:lnTo>
                  <a:lnTo>
                    <a:pt x="1043940" y="259080"/>
                  </a:lnTo>
                  <a:lnTo>
                    <a:pt x="1060450" y="303530"/>
                  </a:lnTo>
                  <a:lnTo>
                    <a:pt x="1055370" y="353060"/>
                  </a:lnTo>
                  <a:lnTo>
                    <a:pt x="1038860" y="393700"/>
                  </a:lnTo>
                  <a:lnTo>
                    <a:pt x="1014730" y="415290"/>
                  </a:lnTo>
                  <a:lnTo>
                    <a:pt x="988060" y="433070"/>
                  </a:lnTo>
                  <a:lnTo>
                    <a:pt x="982980" y="452120"/>
                  </a:lnTo>
                  <a:lnTo>
                    <a:pt x="993140" y="473710"/>
                  </a:lnTo>
                  <a:lnTo>
                    <a:pt x="993140" y="500380"/>
                  </a:lnTo>
                  <a:lnTo>
                    <a:pt x="974090" y="532130"/>
                  </a:lnTo>
                  <a:lnTo>
                    <a:pt x="933450" y="567690"/>
                  </a:lnTo>
                  <a:lnTo>
                    <a:pt x="916940" y="594360"/>
                  </a:lnTo>
                  <a:lnTo>
                    <a:pt x="916940" y="619760"/>
                  </a:lnTo>
                  <a:lnTo>
                    <a:pt x="933450" y="638810"/>
                  </a:lnTo>
                  <a:lnTo>
                    <a:pt x="969010" y="665480"/>
                  </a:lnTo>
                  <a:lnTo>
                    <a:pt x="974090" y="683260"/>
                  </a:lnTo>
                  <a:lnTo>
                    <a:pt x="963930" y="697230"/>
                  </a:lnTo>
                  <a:lnTo>
                    <a:pt x="933450" y="723900"/>
                  </a:lnTo>
                  <a:lnTo>
                    <a:pt x="977900" y="732790"/>
                  </a:lnTo>
                  <a:lnTo>
                    <a:pt x="988060" y="745490"/>
                  </a:lnTo>
                  <a:lnTo>
                    <a:pt x="988060" y="759460"/>
                  </a:lnTo>
                  <a:lnTo>
                    <a:pt x="969010" y="772160"/>
                  </a:lnTo>
                  <a:lnTo>
                    <a:pt x="938530" y="777240"/>
                  </a:lnTo>
                  <a:lnTo>
                    <a:pt x="896620" y="777240"/>
                  </a:lnTo>
                  <a:lnTo>
                    <a:pt x="969010" y="800100"/>
                  </a:lnTo>
                  <a:lnTo>
                    <a:pt x="993140" y="821690"/>
                  </a:lnTo>
                  <a:lnTo>
                    <a:pt x="1014730" y="880110"/>
                  </a:lnTo>
                  <a:lnTo>
                    <a:pt x="1008380" y="874395"/>
                  </a:lnTo>
                  <a:lnTo>
                    <a:pt x="1008380" y="915670"/>
                  </a:lnTo>
                  <a:lnTo>
                    <a:pt x="1008380" y="938530"/>
                  </a:lnTo>
                  <a:lnTo>
                    <a:pt x="999490" y="956322"/>
                  </a:lnTo>
                  <a:lnTo>
                    <a:pt x="969010" y="965200"/>
                  </a:lnTo>
                  <a:lnTo>
                    <a:pt x="896620" y="979170"/>
                  </a:lnTo>
                  <a:lnTo>
                    <a:pt x="891540" y="995680"/>
                  </a:lnTo>
                  <a:lnTo>
                    <a:pt x="916940" y="1018540"/>
                  </a:lnTo>
                  <a:lnTo>
                    <a:pt x="916940" y="1036320"/>
                  </a:lnTo>
                  <a:lnTo>
                    <a:pt x="891540" y="1036320"/>
                  </a:lnTo>
                  <a:lnTo>
                    <a:pt x="816610" y="1009650"/>
                  </a:lnTo>
                  <a:lnTo>
                    <a:pt x="759460" y="979170"/>
                  </a:lnTo>
                  <a:lnTo>
                    <a:pt x="707174" y="932840"/>
                  </a:lnTo>
                  <a:lnTo>
                    <a:pt x="713740" y="933450"/>
                  </a:lnTo>
                  <a:lnTo>
                    <a:pt x="710374" y="929640"/>
                  </a:lnTo>
                  <a:lnTo>
                    <a:pt x="694690" y="911860"/>
                  </a:lnTo>
                  <a:lnTo>
                    <a:pt x="694690" y="894080"/>
                  </a:lnTo>
                  <a:lnTo>
                    <a:pt x="728827" y="880110"/>
                  </a:lnTo>
                  <a:lnTo>
                    <a:pt x="750570" y="871220"/>
                  </a:lnTo>
                  <a:lnTo>
                    <a:pt x="698500" y="880110"/>
                  </a:lnTo>
                  <a:lnTo>
                    <a:pt x="652780" y="880110"/>
                  </a:lnTo>
                  <a:lnTo>
                    <a:pt x="632460" y="866140"/>
                  </a:lnTo>
                  <a:lnTo>
                    <a:pt x="647700" y="793750"/>
                  </a:lnTo>
                  <a:lnTo>
                    <a:pt x="623570" y="839470"/>
                  </a:lnTo>
                  <a:lnTo>
                    <a:pt x="591820" y="857250"/>
                  </a:lnTo>
                  <a:lnTo>
                    <a:pt x="588010" y="844194"/>
                  </a:lnTo>
                  <a:lnTo>
                    <a:pt x="588010" y="938530"/>
                  </a:lnTo>
                  <a:lnTo>
                    <a:pt x="588010" y="951230"/>
                  </a:lnTo>
                  <a:lnTo>
                    <a:pt x="582930" y="965200"/>
                  </a:lnTo>
                  <a:lnTo>
                    <a:pt x="561340" y="979170"/>
                  </a:lnTo>
                  <a:lnTo>
                    <a:pt x="520700" y="991870"/>
                  </a:lnTo>
                  <a:lnTo>
                    <a:pt x="500380" y="991870"/>
                  </a:lnTo>
                  <a:lnTo>
                    <a:pt x="474980" y="991870"/>
                  </a:lnTo>
                  <a:lnTo>
                    <a:pt x="449580" y="970280"/>
                  </a:lnTo>
                  <a:lnTo>
                    <a:pt x="443865" y="960120"/>
                  </a:lnTo>
                  <a:lnTo>
                    <a:pt x="441731" y="956322"/>
                  </a:lnTo>
                  <a:lnTo>
                    <a:pt x="424180" y="925055"/>
                  </a:lnTo>
                  <a:lnTo>
                    <a:pt x="424180" y="906780"/>
                  </a:lnTo>
                  <a:lnTo>
                    <a:pt x="434340" y="876300"/>
                  </a:lnTo>
                  <a:lnTo>
                    <a:pt x="454660" y="866140"/>
                  </a:lnTo>
                  <a:lnTo>
                    <a:pt x="469900" y="857250"/>
                  </a:lnTo>
                  <a:lnTo>
                    <a:pt x="495300" y="857250"/>
                  </a:lnTo>
                  <a:lnTo>
                    <a:pt x="520700" y="866140"/>
                  </a:lnTo>
                  <a:lnTo>
                    <a:pt x="535940" y="876300"/>
                  </a:lnTo>
                  <a:lnTo>
                    <a:pt x="588010" y="938530"/>
                  </a:lnTo>
                  <a:lnTo>
                    <a:pt x="588010" y="844194"/>
                  </a:lnTo>
                  <a:lnTo>
                    <a:pt x="582930" y="826770"/>
                  </a:lnTo>
                  <a:lnTo>
                    <a:pt x="561340" y="772160"/>
                  </a:lnTo>
                  <a:lnTo>
                    <a:pt x="541020" y="737870"/>
                  </a:lnTo>
                  <a:lnTo>
                    <a:pt x="643890" y="706120"/>
                  </a:lnTo>
                  <a:lnTo>
                    <a:pt x="673100" y="706120"/>
                  </a:lnTo>
                  <a:lnTo>
                    <a:pt x="713740" y="727710"/>
                  </a:lnTo>
                  <a:lnTo>
                    <a:pt x="712533" y="725487"/>
                  </a:lnTo>
                  <a:lnTo>
                    <a:pt x="821690" y="777240"/>
                  </a:lnTo>
                  <a:lnTo>
                    <a:pt x="908050" y="821690"/>
                  </a:lnTo>
                  <a:lnTo>
                    <a:pt x="963930" y="862330"/>
                  </a:lnTo>
                  <a:lnTo>
                    <a:pt x="993140" y="889000"/>
                  </a:lnTo>
                  <a:lnTo>
                    <a:pt x="1008380" y="915670"/>
                  </a:lnTo>
                  <a:lnTo>
                    <a:pt x="1008380" y="874395"/>
                  </a:lnTo>
                  <a:lnTo>
                    <a:pt x="963930" y="834390"/>
                  </a:lnTo>
                  <a:lnTo>
                    <a:pt x="886460" y="793750"/>
                  </a:lnTo>
                  <a:lnTo>
                    <a:pt x="796290" y="754380"/>
                  </a:lnTo>
                  <a:lnTo>
                    <a:pt x="810247" y="745490"/>
                  </a:lnTo>
                  <a:lnTo>
                    <a:pt x="852170" y="718820"/>
                  </a:lnTo>
                  <a:lnTo>
                    <a:pt x="779780" y="745490"/>
                  </a:lnTo>
                  <a:lnTo>
                    <a:pt x="711200" y="722998"/>
                  </a:lnTo>
                  <a:lnTo>
                    <a:pt x="702170" y="706120"/>
                  </a:lnTo>
                  <a:lnTo>
                    <a:pt x="700125" y="702310"/>
                  </a:lnTo>
                  <a:lnTo>
                    <a:pt x="694690" y="692150"/>
                  </a:lnTo>
                  <a:lnTo>
                    <a:pt x="694690" y="674370"/>
                  </a:lnTo>
                  <a:lnTo>
                    <a:pt x="708660" y="652780"/>
                  </a:lnTo>
                  <a:lnTo>
                    <a:pt x="643890" y="683260"/>
                  </a:lnTo>
                  <a:lnTo>
                    <a:pt x="591820" y="683260"/>
                  </a:lnTo>
                  <a:lnTo>
                    <a:pt x="525780" y="702310"/>
                  </a:lnTo>
                  <a:lnTo>
                    <a:pt x="510540" y="652780"/>
                  </a:lnTo>
                  <a:lnTo>
                    <a:pt x="505625" y="644817"/>
                  </a:lnTo>
                  <a:lnTo>
                    <a:pt x="510540" y="635000"/>
                  </a:lnTo>
                  <a:lnTo>
                    <a:pt x="504190" y="576580"/>
                  </a:lnTo>
                  <a:lnTo>
                    <a:pt x="488950" y="532130"/>
                  </a:lnTo>
                  <a:lnTo>
                    <a:pt x="464820" y="464820"/>
                  </a:lnTo>
                  <a:lnTo>
                    <a:pt x="445770" y="397510"/>
                  </a:lnTo>
                  <a:lnTo>
                    <a:pt x="439420" y="307340"/>
                  </a:lnTo>
                  <a:lnTo>
                    <a:pt x="434340" y="232410"/>
                  </a:lnTo>
                  <a:lnTo>
                    <a:pt x="424180" y="160020"/>
                  </a:lnTo>
                  <a:lnTo>
                    <a:pt x="419100" y="97790"/>
                  </a:lnTo>
                  <a:lnTo>
                    <a:pt x="424180" y="52070"/>
                  </a:lnTo>
                  <a:lnTo>
                    <a:pt x="445770" y="17780"/>
                  </a:lnTo>
                  <a:lnTo>
                    <a:pt x="480060" y="0"/>
                  </a:lnTo>
                  <a:lnTo>
                    <a:pt x="445770" y="8890"/>
                  </a:lnTo>
                  <a:lnTo>
                    <a:pt x="424180" y="35560"/>
                  </a:lnTo>
                  <a:lnTo>
                    <a:pt x="414020" y="71120"/>
                  </a:lnTo>
                  <a:lnTo>
                    <a:pt x="408940" y="119380"/>
                  </a:lnTo>
                  <a:lnTo>
                    <a:pt x="419100" y="209550"/>
                  </a:lnTo>
                  <a:lnTo>
                    <a:pt x="430530" y="293370"/>
                  </a:lnTo>
                  <a:lnTo>
                    <a:pt x="439420" y="401320"/>
                  </a:lnTo>
                  <a:lnTo>
                    <a:pt x="454660" y="464820"/>
                  </a:lnTo>
                  <a:lnTo>
                    <a:pt x="488950" y="557530"/>
                  </a:lnTo>
                  <a:lnTo>
                    <a:pt x="504190" y="617220"/>
                  </a:lnTo>
                  <a:lnTo>
                    <a:pt x="504190" y="642467"/>
                  </a:lnTo>
                  <a:lnTo>
                    <a:pt x="480060" y="603250"/>
                  </a:lnTo>
                  <a:lnTo>
                    <a:pt x="458470" y="576580"/>
                  </a:lnTo>
                  <a:lnTo>
                    <a:pt x="424180" y="552450"/>
                  </a:lnTo>
                  <a:lnTo>
                    <a:pt x="388620" y="544830"/>
                  </a:lnTo>
                  <a:lnTo>
                    <a:pt x="364490" y="544830"/>
                  </a:lnTo>
                  <a:lnTo>
                    <a:pt x="336550" y="549910"/>
                  </a:lnTo>
                  <a:lnTo>
                    <a:pt x="364490" y="549910"/>
                  </a:lnTo>
                  <a:lnTo>
                    <a:pt x="398780" y="552450"/>
                  </a:lnTo>
                  <a:lnTo>
                    <a:pt x="419100" y="571500"/>
                  </a:lnTo>
                  <a:lnTo>
                    <a:pt x="464820" y="652780"/>
                  </a:lnTo>
                  <a:lnTo>
                    <a:pt x="480060" y="697230"/>
                  </a:lnTo>
                  <a:lnTo>
                    <a:pt x="485140" y="737870"/>
                  </a:lnTo>
                  <a:lnTo>
                    <a:pt x="480060" y="777240"/>
                  </a:lnTo>
                  <a:lnTo>
                    <a:pt x="469900" y="800100"/>
                  </a:lnTo>
                  <a:lnTo>
                    <a:pt x="449580" y="817880"/>
                  </a:lnTo>
                  <a:lnTo>
                    <a:pt x="419100" y="834390"/>
                  </a:lnTo>
                  <a:lnTo>
                    <a:pt x="408940" y="857250"/>
                  </a:lnTo>
                  <a:lnTo>
                    <a:pt x="408940" y="897890"/>
                  </a:lnTo>
                  <a:lnTo>
                    <a:pt x="371576" y="834390"/>
                  </a:lnTo>
                  <a:lnTo>
                    <a:pt x="332740" y="768350"/>
                  </a:lnTo>
                  <a:lnTo>
                    <a:pt x="287020" y="683260"/>
                  </a:lnTo>
                  <a:lnTo>
                    <a:pt x="276860" y="647700"/>
                  </a:lnTo>
                  <a:lnTo>
                    <a:pt x="271780" y="629920"/>
                  </a:lnTo>
                  <a:lnTo>
                    <a:pt x="271780" y="598170"/>
                  </a:lnTo>
                  <a:lnTo>
                    <a:pt x="287020" y="576580"/>
                  </a:lnTo>
                  <a:lnTo>
                    <a:pt x="322580" y="552450"/>
                  </a:lnTo>
                  <a:lnTo>
                    <a:pt x="297180" y="557530"/>
                  </a:lnTo>
                  <a:lnTo>
                    <a:pt x="275590" y="576580"/>
                  </a:lnTo>
                  <a:lnTo>
                    <a:pt x="261620" y="608330"/>
                  </a:lnTo>
                  <a:lnTo>
                    <a:pt x="261620" y="647700"/>
                  </a:lnTo>
                  <a:lnTo>
                    <a:pt x="241300" y="638810"/>
                  </a:lnTo>
                  <a:lnTo>
                    <a:pt x="205740" y="635000"/>
                  </a:lnTo>
                  <a:lnTo>
                    <a:pt x="185420" y="635000"/>
                  </a:lnTo>
                  <a:lnTo>
                    <a:pt x="231140" y="642620"/>
                  </a:lnTo>
                  <a:lnTo>
                    <a:pt x="261620" y="661670"/>
                  </a:lnTo>
                  <a:lnTo>
                    <a:pt x="312420" y="759460"/>
                  </a:lnTo>
                  <a:lnTo>
                    <a:pt x="293370" y="772160"/>
                  </a:lnTo>
                  <a:lnTo>
                    <a:pt x="275590" y="793750"/>
                  </a:lnTo>
                  <a:lnTo>
                    <a:pt x="266700" y="826770"/>
                  </a:lnTo>
                  <a:lnTo>
                    <a:pt x="266700" y="857250"/>
                  </a:lnTo>
                  <a:lnTo>
                    <a:pt x="275590" y="889000"/>
                  </a:lnTo>
                  <a:lnTo>
                    <a:pt x="297180" y="911860"/>
                  </a:lnTo>
                  <a:lnTo>
                    <a:pt x="287020" y="894080"/>
                  </a:lnTo>
                  <a:lnTo>
                    <a:pt x="287020" y="862330"/>
                  </a:lnTo>
                  <a:lnTo>
                    <a:pt x="297180" y="844550"/>
                  </a:lnTo>
                  <a:lnTo>
                    <a:pt x="312420" y="834390"/>
                  </a:lnTo>
                  <a:lnTo>
                    <a:pt x="336550" y="834390"/>
                  </a:lnTo>
                  <a:lnTo>
                    <a:pt x="358140" y="844550"/>
                  </a:lnTo>
                  <a:lnTo>
                    <a:pt x="388620" y="885190"/>
                  </a:lnTo>
                  <a:lnTo>
                    <a:pt x="398780" y="911860"/>
                  </a:lnTo>
                  <a:lnTo>
                    <a:pt x="398780" y="925830"/>
                  </a:lnTo>
                  <a:lnTo>
                    <a:pt x="388620" y="947420"/>
                  </a:lnTo>
                  <a:lnTo>
                    <a:pt x="368300" y="956322"/>
                  </a:lnTo>
                  <a:lnTo>
                    <a:pt x="336550" y="956322"/>
                  </a:lnTo>
                  <a:lnTo>
                    <a:pt x="302260" y="951230"/>
                  </a:lnTo>
                  <a:lnTo>
                    <a:pt x="266700" y="933450"/>
                  </a:lnTo>
                  <a:lnTo>
                    <a:pt x="215900" y="885190"/>
                  </a:lnTo>
                  <a:lnTo>
                    <a:pt x="215900" y="929640"/>
                  </a:lnTo>
                  <a:lnTo>
                    <a:pt x="200660" y="956322"/>
                  </a:lnTo>
                  <a:lnTo>
                    <a:pt x="134620" y="1000772"/>
                  </a:lnTo>
                  <a:lnTo>
                    <a:pt x="302260" y="960120"/>
                  </a:lnTo>
                  <a:lnTo>
                    <a:pt x="312420" y="960120"/>
                  </a:lnTo>
                  <a:lnTo>
                    <a:pt x="322580" y="965200"/>
                  </a:lnTo>
                  <a:lnTo>
                    <a:pt x="322580" y="974090"/>
                  </a:lnTo>
                  <a:lnTo>
                    <a:pt x="312420" y="991870"/>
                  </a:lnTo>
                  <a:lnTo>
                    <a:pt x="332740" y="1000772"/>
                  </a:lnTo>
                  <a:lnTo>
                    <a:pt x="346710" y="1009650"/>
                  </a:lnTo>
                  <a:lnTo>
                    <a:pt x="353060" y="1028700"/>
                  </a:lnTo>
                  <a:lnTo>
                    <a:pt x="336550" y="1089660"/>
                  </a:lnTo>
                  <a:lnTo>
                    <a:pt x="373380" y="1050290"/>
                  </a:lnTo>
                  <a:lnTo>
                    <a:pt x="408940" y="1022350"/>
                  </a:lnTo>
                  <a:lnTo>
                    <a:pt x="424180" y="1022350"/>
                  </a:lnTo>
                  <a:lnTo>
                    <a:pt x="445770" y="1028700"/>
                  </a:lnTo>
                  <a:lnTo>
                    <a:pt x="448424" y="1043749"/>
                  </a:lnTo>
                  <a:lnTo>
                    <a:pt x="439420" y="1071880"/>
                  </a:lnTo>
                  <a:lnTo>
                    <a:pt x="403860" y="1233170"/>
                  </a:lnTo>
                  <a:lnTo>
                    <a:pt x="458470" y="1076960"/>
                  </a:lnTo>
                  <a:lnTo>
                    <a:pt x="469900" y="1064260"/>
                  </a:lnTo>
                  <a:lnTo>
                    <a:pt x="480060" y="1064260"/>
                  </a:lnTo>
                  <a:lnTo>
                    <a:pt x="488950" y="1085850"/>
                  </a:lnTo>
                  <a:lnTo>
                    <a:pt x="488950" y="1108710"/>
                  </a:lnTo>
                  <a:lnTo>
                    <a:pt x="454660" y="1215390"/>
                  </a:lnTo>
                  <a:lnTo>
                    <a:pt x="515620" y="1076960"/>
                  </a:lnTo>
                  <a:lnTo>
                    <a:pt x="535940" y="1064260"/>
                  </a:lnTo>
                  <a:lnTo>
                    <a:pt x="541020" y="1064260"/>
                  </a:lnTo>
                  <a:lnTo>
                    <a:pt x="561340" y="1068070"/>
                  </a:lnTo>
                  <a:lnTo>
                    <a:pt x="582930" y="1094740"/>
                  </a:lnTo>
                  <a:lnTo>
                    <a:pt x="623570" y="1242060"/>
                  </a:lnTo>
                  <a:lnTo>
                    <a:pt x="623570" y="1099820"/>
                  </a:lnTo>
                  <a:lnTo>
                    <a:pt x="637540" y="1064260"/>
                  </a:lnTo>
                  <a:lnTo>
                    <a:pt x="652780" y="1054100"/>
                  </a:lnTo>
                  <a:lnTo>
                    <a:pt x="669290" y="1054100"/>
                  </a:lnTo>
                  <a:lnTo>
                    <a:pt x="694690" y="1076960"/>
                  </a:lnTo>
                  <a:lnTo>
                    <a:pt x="684618" y="1054100"/>
                  </a:lnTo>
                  <a:lnTo>
                    <a:pt x="647700" y="970280"/>
                  </a:lnTo>
                  <a:lnTo>
                    <a:pt x="643890" y="947420"/>
                  </a:lnTo>
                  <a:lnTo>
                    <a:pt x="657860" y="933450"/>
                  </a:lnTo>
                  <a:lnTo>
                    <a:pt x="673100" y="929640"/>
                  </a:lnTo>
                  <a:lnTo>
                    <a:pt x="706653" y="932789"/>
                  </a:lnTo>
                  <a:lnTo>
                    <a:pt x="759460" y="986790"/>
                  </a:lnTo>
                  <a:lnTo>
                    <a:pt x="821690" y="1022350"/>
                  </a:lnTo>
                  <a:lnTo>
                    <a:pt x="872490" y="1054100"/>
                  </a:lnTo>
                  <a:lnTo>
                    <a:pt x="881380" y="1071880"/>
                  </a:lnTo>
                  <a:lnTo>
                    <a:pt x="877570" y="1094740"/>
                  </a:lnTo>
                  <a:lnTo>
                    <a:pt x="855980" y="1111250"/>
                  </a:lnTo>
                  <a:lnTo>
                    <a:pt x="796290" y="1148080"/>
                  </a:lnTo>
                  <a:lnTo>
                    <a:pt x="765810" y="1174750"/>
                  </a:lnTo>
                  <a:lnTo>
                    <a:pt x="750570" y="1206500"/>
                  </a:lnTo>
                  <a:lnTo>
                    <a:pt x="750570" y="1224280"/>
                  </a:lnTo>
                  <a:lnTo>
                    <a:pt x="755650" y="1259840"/>
                  </a:lnTo>
                  <a:lnTo>
                    <a:pt x="769620" y="1291590"/>
                  </a:lnTo>
                  <a:lnTo>
                    <a:pt x="744220" y="1291590"/>
                  </a:lnTo>
                  <a:lnTo>
                    <a:pt x="684530" y="1277620"/>
                  </a:lnTo>
                  <a:lnTo>
                    <a:pt x="708660" y="1309370"/>
                  </a:lnTo>
                  <a:lnTo>
                    <a:pt x="750570" y="1341120"/>
                  </a:lnTo>
                  <a:lnTo>
                    <a:pt x="779780" y="1350010"/>
                  </a:lnTo>
                  <a:lnTo>
                    <a:pt x="779780" y="1371600"/>
                  </a:lnTo>
                  <a:lnTo>
                    <a:pt x="767245" y="1388694"/>
                  </a:lnTo>
                  <a:lnTo>
                    <a:pt x="638810" y="1393190"/>
                  </a:lnTo>
                  <a:lnTo>
                    <a:pt x="388620" y="1419860"/>
                  </a:lnTo>
                  <a:lnTo>
                    <a:pt x="387121" y="1414780"/>
                  </a:lnTo>
                  <a:lnTo>
                    <a:pt x="382270" y="1398270"/>
                  </a:lnTo>
                  <a:lnTo>
                    <a:pt x="340360" y="1366520"/>
                  </a:lnTo>
                  <a:lnTo>
                    <a:pt x="340360" y="1414780"/>
                  </a:lnTo>
                  <a:lnTo>
                    <a:pt x="303530" y="1414780"/>
                  </a:lnTo>
                  <a:lnTo>
                    <a:pt x="303530" y="1371600"/>
                  </a:lnTo>
                  <a:lnTo>
                    <a:pt x="303530" y="1366520"/>
                  </a:lnTo>
                  <a:lnTo>
                    <a:pt x="335280" y="1355090"/>
                  </a:lnTo>
                  <a:lnTo>
                    <a:pt x="328930" y="1344930"/>
                  </a:lnTo>
                  <a:lnTo>
                    <a:pt x="91440" y="1441450"/>
                  </a:lnTo>
                  <a:lnTo>
                    <a:pt x="285750" y="1371600"/>
                  </a:lnTo>
                  <a:lnTo>
                    <a:pt x="285750" y="1408430"/>
                  </a:lnTo>
                  <a:lnTo>
                    <a:pt x="273050" y="1426210"/>
                  </a:lnTo>
                  <a:lnTo>
                    <a:pt x="207010" y="1441450"/>
                  </a:lnTo>
                  <a:lnTo>
                    <a:pt x="73660" y="1463040"/>
                  </a:lnTo>
                  <a:lnTo>
                    <a:pt x="48260" y="1463040"/>
                  </a:lnTo>
                  <a:lnTo>
                    <a:pt x="48260" y="1456690"/>
                  </a:lnTo>
                  <a:lnTo>
                    <a:pt x="66040" y="1447800"/>
                  </a:lnTo>
                  <a:lnTo>
                    <a:pt x="35560" y="1451610"/>
                  </a:lnTo>
                  <a:lnTo>
                    <a:pt x="11430" y="1463040"/>
                  </a:lnTo>
                  <a:lnTo>
                    <a:pt x="11430" y="1473200"/>
                  </a:lnTo>
                  <a:lnTo>
                    <a:pt x="24130" y="1478280"/>
                  </a:lnTo>
                  <a:lnTo>
                    <a:pt x="120650" y="1463040"/>
                  </a:lnTo>
                  <a:lnTo>
                    <a:pt x="285750" y="1441450"/>
                  </a:lnTo>
                  <a:lnTo>
                    <a:pt x="497535" y="1419860"/>
                  </a:lnTo>
                  <a:lnTo>
                    <a:pt x="547370" y="1414780"/>
                  </a:lnTo>
                  <a:lnTo>
                    <a:pt x="766229" y="1390078"/>
                  </a:lnTo>
                  <a:lnTo>
                    <a:pt x="765810" y="1390650"/>
                  </a:lnTo>
                  <a:lnTo>
                    <a:pt x="938530" y="1376680"/>
                  </a:lnTo>
                  <a:lnTo>
                    <a:pt x="982980" y="1362710"/>
                  </a:lnTo>
                  <a:lnTo>
                    <a:pt x="1004570" y="1350010"/>
                  </a:lnTo>
                  <a:lnTo>
                    <a:pt x="1014730" y="1355090"/>
                  </a:lnTo>
                  <a:lnTo>
                    <a:pt x="1014730" y="1371600"/>
                  </a:lnTo>
                  <a:lnTo>
                    <a:pt x="1008380" y="1412240"/>
                  </a:lnTo>
                  <a:lnTo>
                    <a:pt x="1023620" y="1362710"/>
                  </a:lnTo>
                  <a:lnTo>
                    <a:pt x="1019073" y="1350010"/>
                  </a:lnTo>
                  <a:lnTo>
                    <a:pt x="1017270" y="1344930"/>
                  </a:lnTo>
                  <a:lnTo>
                    <a:pt x="1008380" y="1336040"/>
                  </a:lnTo>
                  <a:lnTo>
                    <a:pt x="988060" y="1336040"/>
                  </a:lnTo>
                  <a:lnTo>
                    <a:pt x="1007110" y="1291590"/>
                  </a:lnTo>
                  <a:lnTo>
                    <a:pt x="1014730" y="1273810"/>
                  </a:lnTo>
                  <a:lnTo>
                    <a:pt x="1043940" y="1174750"/>
                  </a:lnTo>
                  <a:lnTo>
                    <a:pt x="1065530" y="1064260"/>
                  </a:lnTo>
                  <a:lnTo>
                    <a:pt x="1065530" y="1036320"/>
                  </a:lnTo>
                  <a:lnTo>
                    <a:pt x="1065530" y="938530"/>
                  </a:lnTo>
                  <a:lnTo>
                    <a:pt x="1046353" y="880110"/>
                  </a:lnTo>
                  <a:lnTo>
                    <a:pt x="1038860" y="857250"/>
                  </a:lnTo>
                  <a:lnTo>
                    <a:pt x="1023620" y="793750"/>
                  </a:lnTo>
                  <a:lnTo>
                    <a:pt x="1023620" y="608330"/>
                  </a:lnTo>
                  <a:lnTo>
                    <a:pt x="1043940" y="469900"/>
                  </a:lnTo>
                  <a:lnTo>
                    <a:pt x="1080770" y="347980"/>
                  </a:lnTo>
                  <a:lnTo>
                    <a:pt x="1107440" y="200660"/>
                  </a:lnTo>
                  <a:lnTo>
                    <a:pt x="1111250" y="105410"/>
                  </a:lnTo>
                  <a:close/>
                </a:path>
              </a:pathLst>
            </a:custGeom>
            <a:solidFill>
              <a:srgbClr val="000000"/>
            </a:solidFill>
          </p:spPr>
          <p:txBody>
            <a:bodyPr wrap="square" lIns="0" tIns="0" rIns="0" bIns="0" rtlCol="0"/>
            <a:lstStyle/>
            <a:p>
              <a:endParaRPr/>
            </a:p>
          </p:txBody>
        </p:sp>
        <p:sp>
          <p:nvSpPr>
            <p:cNvPr id="10" name="object 10"/>
            <p:cNvSpPr/>
            <p:nvPr/>
          </p:nvSpPr>
          <p:spPr>
            <a:xfrm>
              <a:off x="4080510" y="3220719"/>
              <a:ext cx="142239" cy="246379"/>
            </a:xfrm>
            <a:prstGeom prst="rect">
              <a:avLst/>
            </a:prstGeom>
            <a:blipFill>
              <a:blip r:embed="rId4" cstate="print"/>
              <a:stretch>
                <a:fillRect/>
              </a:stretch>
            </a:blipFill>
          </p:spPr>
          <p:txBody>
            <a:bodyPr wrap="square" lIns="0" tIns="0" rIns="0" bIns="0" rtlCol="0"/>
            <a:lstStyle/>
            <a:p>
              <a:endParaRPr/>
            </a:p>
          </p:txBody>
        </p:sp>
        <p:sp>
          <p:nvSpPr>
            <p:cNvPr id="11" name="object 11"/>
            <p:cNvSpPr/>
            <p:nvPr/>
          </p:nvSpPr>
          <p:spPr>
            <a:xfrm>
              <a:off x="4121150" y="3475989"/>
              <a:ext cx="534670" cy="510540"/>
            </a:xfrm>
            <a:custGeom>
              <a:avLst/>
              <a:gdLst/>
              <a:ahLst/>
              <a:cxnLst/>
              <a:rect l="l" t="t" r="r" b="b"/>
              <a:pathLst>
                <a:path w="534670" h="510539">
                  <a:moveTo>
                    <a:pt x="279400" y="455930"/>
                  </a:moveTo>
                  <a:lnTo>
                    <a:pt x="228600" y="441960"/>
                  </a:lnTo>
                  <a:lnTo>
                    <a:pt x="161290" y="388620"/>
                  </a:lnTo>
                  <a:lnTo>
                    <a:pt x="101600" y="317500"/>
                  </a:lnTo>
                  <a:lnTo>
                    <a:pt x="52070" y="222250"/>
                  </a:lnTo>
                  <a:lnTo>
                    <a:pt x="13970" y="106692"/>
                  </a:lnTo>
                  <a:lnTo>
                    <a:pt x="0" y="0"/>
                  </a:lnTo>
                  <a:lnTo>
                    <a:pt x="3810" y="115570"/>
                  </a:lnTo>
                  <a:lnTo>
                    <a:pt x="45720" y="236220"/>
                  </a:lnTo>
                  <a:lnTo>
                    <a:pt x="111760" y="356870"/>
                  </a:lnTo>
                  <a:lnTo>
                    <a:pt x="187960" y="441960"/>
                  </a:lnTo>
                  <a:lnTo>
                    <a:pt x="267970" y="510540"/>
                  </a:lnTo>
                  <a:lnTo>
                    <a:pt x="227330" y="458470"/>
                  </a:lnTo>
                  <a:lnTo>
                    <a:pt x="279400" y="455930"/>
                  </a:lnTo>
                  <a:close/>
                </a:path>
                <a:path w="534670" h="510539">
                  <a:moveTo>
                    <a:pt x="534670" y="467360"/>
                  </a:moveTo>
                  <a:lnTo>
                    <a:pt x="407670" y="488950"/>
                  </a:lnTo>
                  <a:lnTo>
                    <a:pt x="285750" y="494030"/>
                  </a:lnTo>
                  <a:lnTo>
                    <a:pt x="347980" y="499110"/>
                  </a:lnTo>
                  <a:lnTo>
                    <a:pt x="420370" y="494030"/>
                  </a:lnTo>
                  <a:lnTo>
                    <a:pt x="534670" y="467360"/>
                  </a:lnTo>
                  <a:close/>
                </a:path>
              </a:pathLst>
            </a:custGeom>
            <a:solidFill>
              <a:srgbClr val="000000"/>
            </a:solidFill>
          </p:spPr>
          <p:txBody>
            <a:bodyPr wrap="square" lIns="0" tIns="0" rIns="0" bIns="0" rtlCol="0"/>
            <a:lstStyle/>
            <a:p>
              <a:endParaRPr/>
            </a:p>
          </p:txBody>
        </p:sp>
        <p:sp>
          <p:nvSpPr>
            <p:cNvPr id="12" name="object 12"/>
            <p:cNvSpPr/>
            <p:nvPr/>
          </p:nvSpPr>
          <p:spPr>
            <a:xfrm>
              <a:off x="5003800" y="4149089"/>
              <a:ext cx="1840229" cy="1239520"/>
            </a:xfrm>
            <a:prstGeom prst="rect">
              <a:avLst/>
            </a:prstGeom>
            <a:blipFill>
              <a:blip r:embed="rId5" cstate="print"/>
              <a:stretch>
                <a:fillRect/>
              </a:stretch>
            </a:blipFill>
          </p:spPr>
          <p:txBody>
            <a:bodyPr wrap="square" lIns="0" tIns="0" rIns="0" bIns="0" rtlCol="0"/>
            <a:lstStyle/>
            <a:p>
              <a:endParaRPr/>
            </a:p>
          </p:txBody>
        </p:sp>
      </p:grpSp>
    </p:spTree>
  </p:cSld>
  <p:clrMapOvr>
    <a:masterClrMapping/>
  </p:clrMapOvr>
  <p:transition>
    <p:split orient="ver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9600" y="-138588"/>
            <a:ext cx="10972800" cy="1240790"/>
          </a:xfrm>
          <a:prstGeom prst="rect">
            <a:avLst/>
          </a:prstGeom>
        </p:spPr>
        <p:txBody>
          <a:bodyPr vert="horz" wrap="square" lIns="0" tIns="133350" rIns="0" bIns="0" rtlCol="0">
            <a:spAutoFit/>
          </a:bodyPr>
          <a:lstStyle/>
          <a:p>
            <a:pPr marL="164465" marR="5080">
              <a:lnSpc>
                <a:spcPct val="100000"/>
              </a:lnSpc>
              <a:spcBef>
                <a:spcPts val="100"/>
              </a:spcBef>
            </a:pPr>
            <a:r>
              <a:rPr b="1" spc="110" dirty="0">
                <a:sym typeface="+mn-ea"/>
              </a:rPr>
              <a:t>F</a:t>
            </a:r>
            <a:r>
              <a:rPr lang="en-IN" b="1" spc="110" dirty="0">
                <a:sym typeface="+mn-ea"/>
              </a:rPr>
              <a:t>ORMS</a:t>
            </a:r>
            <a:r>
              <a:rPr b="1" spc="110" dirty="0">
                <a:sym typeface="+mn-ea"/>
              </a:rPr>
              <a:t> </a:t>
            </a:r>
            <a:r>
              <a:rPr lang="en-IN" b="1" spc="110" dirty="0">
                <a:sym typeface="+mn-ea"/>
              </a:rPr>
              <a:t>OF</a:t>
            </a:r>
            <a:r>
              <a:rPr b="1" spc="40" dirty="0">
                <a:sym typeface="+mn-ea"/>
              </a:rPr>
              <a:t> </a:t>
            </a:r>
            <a:r>
              <a:rPr lang="en-IN" b="1" spc="40" dirty="0">
                <a:sym typeface="+mn-ea"/>
              </a:rPr>
              <a:t>NON</a:t>
            </a:r>
            <a:r>
              <a:rPr b="1" spc="145" dirty="0">
                <a:sym typeface="+mn-ea"/>
              </a:rPr>
              <a:t>-</a:t>
            </a:r>
            <a:r>
              <a:rPr lang="en-IN" b="1" spc="145" dirty="0">
                <a:sym typeface="+mn-ea"/>
              </a:rPr>
              <a:t>VERBAL</a:t>
            </a:r>
            <a:r>
              <a:rPr b="1" spc="145" dirty="0">
                <a:sym typeface="+mn-ea"/>
              </a:rPr>
              <a:t> </a:t>
            </a:r>
            <a:r>
              <a:rPr lang="en-IN" b="1" spc="145" dirty="0">
                <a:sym typeface="+mn-ea"/>
              </a:rPr>
              <a:t>COMMUNICATION</a:t>
            </a:r>
            <a:r>
              <a:rPr lang="en-IN" b="1" spc="145" dirty="0"/>
              <a:t/>
            </a:r>
            <a:br>
              <a:rPr lang="en-IN" b="1" spc="145" dirty="0"/>
            </a:br>
            <a:endParaRPr spc="95" dirty="0"/>
          </a:p>
        </p:txBody>
      </p:sp>
      <p:sp>
        <p:nvSpPr>
          <p:cNvPr id="3" name="object 3"/>
          <p:cNvSpPr txBox="1"/>
          <p:nvPr/>
        </p:nvSpPr>
        <p:spPr>
          <a:xfrm>
            <a:off x="2046605" y="1402715"/>
            <a:ext cx="3404235" cy="4653280"/>
          </a:xfrm>
          <a:prstGeom prst="rect">
            <a:avLst/>
          </a:prstGeom>
        </p:spPr>
        <p:txBody>
          <a:bodyPr vert="horz" wrap="square" lIns="0" tIns="12700" rIns="0" bIns="0" rtlCol="0">
            <a:spAutoFit/>
          </a:bodyPr>
          <a:lstStyle/>
          <a:p>
            <a:pPr marL="76200" indent="0">
              <a:lnSpc>
                <a:spcPct val="100000"/>
              </a:lnSpc>
              <a:spcBef>
                <a:spcPts val="100"/>
              </a:spcBef>
              <a:buClr>
                <a:srgbClr val="990000"/>
              </a:buClr>
              <a:buSzPct val="75000"/>
              <a:buFont typeface="UnDotum"/>
              <a:buNone/>
              <a:tabLst>
                <a:tab pos="530225" algn="l"/>
                <a:tab pos="530860" algn="l"/>
              </a:tabLst>
            </a:pPr>
            <a:r>
              <a:rPr lang="en-IN" sz="3200" spc="-10" dirty="0">
                <a:latin typeface="Arial" panose="020B0604020202020204"/>
                <a:cs typeface="Arial" panose="020B0604020202020204"/>
              </a:rPr>
              <a:t>    </a:t>
            </a:r>
            <a:r>
              <a:rPr sz="3200" spc="-10" dirty="0">
                <a:latin typeface="Arial" panose="020B0604020202020204"/>
                <a:cs typeface="Arial" panose="020B0604020202020204"/>
              </a:rPr>
              <a:t>Touch</a:t>
            </a:r>
            <a:endParaRPr sz="3200" dirty="0">
              <a:latin typeface="Arial" panose="020B0604020202020204"/>
              <a:cs typeface="Arial" panose="020B0604020202020204"/>
            </a:endParaRPr>
          </a:p>
          <a:p>
            <a:pPr>
              <a:lnSpc>
                <a:spcPct val="100000"/>
              </a:lnSpc>
              <a:spcBef>
                <a:spcPts val="35"/>
              </a:spcBef>
              <a:buClr>
                <a:srgbClr val="990000"/>
              </a:buClr>
              <a:buFont typeface="UnDotum"/>
              <a:buChar char=""/>
            </a:pPr>
            <a:endParaRPr sz="4700" dirty="0">
              <a:latin typeface="Arial" panose="020B0604020202020204"/>
              <a:cs typeface="Arial" panose="020B0604020202020204"/>
            </a:endParaRPr>
          </a:p>
          <a:p>
            <a:pPr>
              <a:lnSpc>
                <a:spcPct val="100000"/>
              </a:lnSpc>
              <a:spcBef>
                <a:spcPts val="35"/>
              </a:spcBef>
              <a:buClr>
                <a:srgbClr val="990000"/>
              </a:buClr>
              <a:buFont typeface="UnDotum"/>
              <a:buChar char=""/>
            </a:pPr>
            <a:endParaRPr sz="4700" dirty="0">
              <a:latin typeface="Arial" panose="020B0604020202020204"/>
              <a:cs typeface="Arial" panose="020B0604020202020204"/>
            </a:endParaRPr>
          </a:p>
          <a:p>
            <a:pPr marL="530860" indent="-454660">
              <a:lnSpc>
                <a:spcPct val="100000"/>
              </a:lnSpc>
              <a:buClr>
                <a:srgbClr val="990000"/>
              </a:buClr>
              <a:buSzPct val="75000"/>
              <a:buFont typeface="UnDotum"/>
              <a:buChar char=""/>
              <a:tabLst>
                <a:tab pos="530225" algn="l"/>
                <a:tab pos="530860" algn="l"/>
              </a:tabLst>
            </a:pPr>
            <a:r>
              <a:rPr lang="en-US" sz="3200" dirty="0" smtClean="0"/>
              <a:t>Space</a:t>
            </a:r>
            <a:endParaRPr lang="en-US" sz="3200" b="1" dirty="0" smtClean="0"/>
          </a:p>
          <a:p>
            <a:pPr marL="530860" indent="-454660">
              <a:lnSpc>
                <a:spcPct val="100000"/>
              </a:lnSpc>
              <a:buClr>
                <a:srgbClr val="990000"/>
              </a:buClr>
              <a:buSzPct val="75000"/>
              <a:buFont typeface="UnDotum"/>
              <a:buChar char=""/>
              <a:tabLst>
                <a:tab pos="530225" algn="l"/>
                <a:tab pos="530860" algn="l"/>
              </a:tabLst>
            </a:pPr>
            <a:endParaRPr lang="en-US" sz="3200" b="1" dirty="0" smtClean="0"/>
          </a:p>
          <a:p>
            <a:pPr marL="530860" indent="-454660">
              <a:lnSpc>
                <a:spcPct val="100000"/>
              </a:lnSpc>
              <a:buClr>
                <a:srgbClr val="990000"/>
              </a:buClr>
              <a:buSzPct val="75000"/>
              <a:buFont typeface="UnDotum"/>
              <a:buChar char=""/>
              <a:tabLst>
                <a:tab pos="530225" algn="l"/>
                <a:tab pos="530860" algn="l"/>
              </a:tabLst>
            </a:pPr>
            <a:endParaRPr lang="en-US" sz="3200" b="1" dirty="0" smtClean="0"/>
          </a:p>
          <a:p>
            <a:pPr marL="530860" indent="-454660">
              <a:lnSpc>
                <a:spcPct val="100000"/>
              </a:lnSpc>
              <a:buClr>
                <a:srgbClr val="990000"/>
              </a:buClr>
              <a:buSzPct val="75000"/>
              <a:buFont typeface="UnDotum"/>
              <a:buChar char=""/>
              <a:tabLst>
                <a:tab pos="530225" algn="l"/>
                <a:tab pos="530860" algn="l"/>
              </a:tabLst>
            </a:pPr>
            <a:endParaRPr sz="4700" b="1" dirty="0">
              <a:latin typeface="Arial" panose="020B0604020202020204"/>
              <a:cs typeface="Arial" panose="020B0604020202020204"/>
            </a:endParaRPr>
          </a:p>
          <a:p>
            <a:pPr marL="417830" indent="-341630">
              <a:lnSpc>
                <a:spcPct val="100000"/>
              </a:lnSpc>
              <a:buClr>
                <a:srgbClr val="990000"/>
              </a:buClr>
              <a:buSzPct val="75000"/>
              <a:buFont typeface="UnDotum"/>
              <a:buChar char=""/>
              <a:tabLst>
                <a:tab pos="417830" algn="l"/>
              </a:tabLst>
            </a:pPr>
            <a:r>
              <a:rPr sz="3200" spc="-5" dirty="0">
                <a:latin typeface="Arial" panose="020B0604020202020204"/>
                <a:cs typeface="Arial" panose="020B0604020202020204"/>
              </a:rPr>
              <a:t>Paralanguage</a:t>
            </a:r>
            <a:endParaRPr sz="3200" dirty="0">
              <a:latin typeface="Arial" panose="020B0604020202020204"/>
              <a:cs typeface="Arial" panose="020B0604020202020204"/>
            </a:endParaRPr>
          </a:p>
        </p:txBody>
      </p:sp>
      <p:sp>
        <p:nvSpPr>
          <p:cNvPr id="6" name="object 6"/>
          <p:cNvSpPr/>
          <p:nvPr/>
        </p:nvSpPr>
        <p:spPr>
          <a:xfrm>
            <a:off x="6319520" y="1170305"/>
            <a:ext cx="1224279" cy="1480820"/>
          </a:xfrm>
          <a:prstGeom prst="rect">
            <a:avLst/>
          </a:prstGeom>
          <a:blipFill>
            <a:blip r:embed="rId2" cstate="print"/>
            <a:stretch>
              <a:fillRect/>
            </a:stretch>
          </a:blipFill>
        </p:spPr>
        <p:txBody>
          <a:bodyPr wrap="square" lIns="0" tIns="0" rIns="0" bIns="0" rtlCol="0"/>
          <a:lstStyle/>
          <a:p>
            <a:endParaRPr/>
          </a:p>
        </p:txBody>
      </p:sp>
      <p:sp>
        <p:nvSpPr>
          <p:cNvPr id="7" name="object 6"/>
          <p:cNvSpPr/>
          <p:nvPr/>
        </p:nvSpPr>
        <p:spPr>
          <a:xfrm>
            <a:off x="5945505" y="2651125"/>
            <a:ext cx="2456179" cy="2133600"/>
          </a:xfrm>
          <a:prstGeom prst="rect">
            <a:avLst/>
          </a:prstGeom>
          <a:blipFill>
            <a:blip r:embed="rId3" cstate="print"/>
            <a:stretch>
              <a:fillRect/>
            </a:stretch>
          </a:blipFill>
        </p:spPr>
        <p:txBody>
          <a:bodyPr wrap="square" lIns="0" tIns="0" rIns="0" bIns="0" rtlCol="0"/>
          <a:lstStyle/>
          <a:p>
            <a:endParaRPr/>
          </a:p>
        </p:txBody>
      </p:sp>
      <p:sp>
        <p:nvSpPr>
          <p:cNvPr id="8" name="object 4"/>
          <p:cNvSpPr/>
          <p:nvPr/>
        </p:nvSpPr>
        <p:spPr>
          <a:xfrm>
            <a:off x="5880735" y="4674869"/>
            <a:ext cx="2520950" cy="2016760"/>
          </a:xfrm>
          <a:prstGeom prst="rect">
            <a:avLst/>
          </a:prstGeom>
          <a:blipFill>
            <a:blip r:embed="rId4" cstate="print"/>
            <a:stretch>
              <a:fillRect/>
            </a:stretch>
          </a:blipFill>
        </p:spPr>
        <p:txBody>
          <a:bodyPr wrap="square" lIns="0" tIns="0" rIns="0" bIns="0" rtlCol="0"/>
          <a:lstStyle/>
          <a:p>
            <a:endParaRPr/>
          </a:p>
        </p:txBody>
      </p:sp>
    </p:spTree>
  </p:cSld>
  <p:clrMapOvr>
    <a:masterClrMapping/>
  </p:clrMapOvr>
  <p:transition>
    <p:blinds dir="ver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21560" y="346709"/>
            <a:ext cx="7548879" cy="553998"/>
          </a:xfrm>
        </p:spPr>
        <p:txBody>
          <a:bodyPr/>
          <a:lstStyle/>
          <a:p>
            <a:r>
              <a:rPr lang="en-US" b="1" dirty="0"/>
              <a:t>F</a:t>
            </a:r>
            <a:r>
              <a:rPr lang="en-IN" altLang="en-US" b="1" dirty="0"/>
              <a:t>ACIAL EXPRESSION</a:t>
            </a:r>
            <a:r>
              <a:rPr lang="en-US" b="1" dirty="0"/>
              <a:t> </a:t>
            </a:r>
          </a:p>
        </p:txBody>
      </p:sp>
      <p:sp>
        <p:nvSpPr>
          <p:cNvPr id="3" name="Text Placeholder 2"/>
          <p:cNvSpPr>
            <a:spLocks noGrp="1"/>
          </p:cNvSpPr>
          <p:nvPr>
            <p:ph type="body" idx="1"/>
          </p:nvPr>
        </p:nvSpPr>
        <p:spPr>
          <a:xfrm>
            <a:off x="520065" y="1287145"/>
            <a:ext cx="9791065" cy="4167505"/>
          </a:xfrm>
        </p:spPr>
        <p:txBody>
          <a:bodyPr/>
          <a:lstStyle/>
          <a:p>
            <a:pPr algn="just"/>
            <a:r>
              <a:rPr lang="en-US" dirty="0">
                <a:solidFill>
                  <a:srgbClr val="7030A0"/>
                </a:solidFill>
              </a:rPr>
              <a:t> The human face is extremely expressive, able to convey countless emotions without saying a word. And unlike some forms of nonverbal communication, facial expressions are universal. The facial expressions for happiness, sadness, anger, surprise, fear, and disgust are the same across cultures.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21560" y="346709"/>
            <a:ext cx="7548879" cy="553998"/>
          </a:xfrm>
        </p:spPr>
        <p:txBody>
          <a:bodyPr/>
          <a:lstStyle/>
          <a:p>
            <a:r>
              <a:rPr lang="en-IN" altLang="en-US" sz="4400" b="1" dirty="0" smtClean="0"/>
              <a:t>          </a:t>
            </a:r>
            <a:r>
              <a:rPr lang="en-US" sz="4400" b="1" dirty="0" smtClean="0"/>
              <a:t>G</a:t>
            </a:r>
            <a:r>
              <a:rPr lang="en-IN" altLang="en-US" sz="4400" b="1" dirty="0" smtClean="0"/>
              <a:t>ESTURES</a:t>
            </a:r>
          </a:p>
        </p:txBody>
      </p:sp>
      <p:sp>
        <p:nvSpPr>
          <p:cNvPr id="3" name="Text Placeholder 2"/>
          <p:cNvSpPr>
            <a:spLocks noGrp="1"/>
          </p:cNvSpPr>
          <p:nvPr>
            <p:ph type="body" idx="1"/>
          </p:nvPr>
        </p:nvSpPr>
        <p:spPr>
          <a:xfrm>
            <a:off x="317500" y="1265555"/>
            <a:ext cx="10045700" cy="5015865"/>
          </a:xfrm>
        </p:spPr>
        <p:txBody>
          <a:bodyPr/>
          <a:lstStyle/>
          <a:p>
            <a:pPr marL="342900" indent="-342900" algn="just">
              <a:buFont typeface="Arial" panose="020B0604020202020204" pitchFamily="34" charset="0"/>
              <a:buChar char="•"/>
            </a:pPr>
            <a:r>
              <a:rPr lang="en-US" sz="2800" dirty="0" smtClean="0">
                <a:solidFill>
                  <a:srgbClr val="FF0000"/>
                </a:solidFill>
              </a:rPr>
              <a:t>Gestures </a:t>
            </a:r>
            <a:r>
              <a:rPr lang="en-US" sz="2800" dirty="0">
                <a:solidFill>
                  <a:srgbClr val="FF0000"/>
                </a:solidFill>
              </a:rPr>
              <a:t>are woven into the fabric of our daily lives. You may wave, </a:t>
            </a:r>
            <a:r>
              <a:rPr lang="en-US" sz="2800" dirty="0" smtClean="0">
                <a:solidFill>
                  <a:srgbClr val="FF0000"/>
                </a:solidFill>
              </a:rPr>
              <a:t>point or </a:t>
            </a:r>
            <a:r>
              <a:rPr lang="en-US" sz="2800" dirty="0">
                <a:solidFill>
                  <a:srgbClr val="FF0000"/>
                </a:solidFill>
              </a:rPr>
              <a:t>use your hands when arguing or speaking animatedly, often expressing yourself with gestures without thinking. </a:t>
            </a:r>
            <a:endParaRPr lang="en-US" sz="2800" dirty="0" smtClean="0">
              <a:solidFill>
                <a:srgbClr val="FF0000"/>
              </a:solidFill>
            </a:endParaRPr>
          </a:p>
          <a:p>
            <a:pPr algn="just"/>
            <a:endParaRPr lang="en-US" sz="2800" dirty="0">
              <a:solidFill>
                <a:srgbClr val="FF0000"/>
              </a:solidFill>
            </a:endParaRPr>
          </a:p>
          <a:p>
            <a:pPr marL="342900" indent="-342900" algn="just">
              <a:buFont typeface="Arial" panose="020B0604020202020204" pitchFamily="34" charset="0"/>
              <a:buChar char="•"/>
            </a:pPr>
            <a:r>
              <a:rPr lang="en-US" sz="2800" dirty="0" smtClean="0">
                <a:solidFill>
                  <a:srgbClr val="FF0000"/>
                </a:solidFill>
              </a:rPr>
              <a:t>However</a:t>
            </a:r>
            <a:r>
              <a:rPr lang="en-US" sz="2800" dirty="0">
                <a:solidFill>
                  <a:srgbClr val="FF0000"/>
                </a:solidFill>
              </a:rPr>
              <a:t>, the meaning of some gestures can be very different across cultures. While the OK sign made with the hand, for example, conveys a positive message in English-speaking countries, it’s consider offensive in countries such as Germany, Russia, and Brazil. So, it’s important to be careful of how you use gestures to avoid misinterpretation.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21560" y="346709"/>
            <a:ext cx="7548879" cy="553998"/>
          </a:xfrm>
        </p:spPr>
        <p:txBody>
          <a:bodyPr/>
          <a:lstStyle/>
          <a:p>
            <a:r>
              <a:rPr lang="en-IN" altLang="en-US" sz="4400" b="1" dirty="0"/>
              <a:t>        </a:t>
            </a:r>
            <a:r>
              <a:rPr lang="en-US" sz="4400" b="1" dirty="0"/>
              <a:t>E</a:t>
            </a:r>
            <a:r>
              <a:rPr lang="en-IN" altLang="en-US" sz="4400" b="1" dirty="0"/>
              <a:t>YE CONTACT</a:t>
            </a:r>
          </a:p>
        </p:txBody>
      </p:sp>
      <p:sp>
        <p:nvSpPr>
          <p:cNvPr id="3" name="Text Placeholder 2"/>
          <p:cNvSpPr>
            <a:spLocks noGrp="1"/>
          </p:cNvSpPr>
          <p:nvPr>
            <p:ph type="body" idx="1"/>
          </p:nvPr>
        </p:nvSpPr>
        <p:spPr>
          <a:xfrm>
            <a:off x="529590" y="1184910"/>
            <a:ext cx="9681210" cy="4542155"/>
          </a:xfrm>
        </p:spPr>
        <p:txBody>
          <a:bodyPr/>
          <a:lstStyle/>
          <a:p>
            <a:pPr algn="just"/>
            <a:r>
              <a:rPr lang="en-US" dirty="0" smtClean="0">
                <a:solidFill>
                  <a:srgbClr val="7030A0"/>
                </a:solidFill>
              </a:rPr>
              <a:t>Since </a:t>
            </a:r>
            <a:r>
              <a:rPr lang="en-US" dirty="0">
                <a:solidFill>
                  <a:srgbClr val="7030A0"/>
                </a:solidFill>
              </a:rPr>
              <a:t>the visual sense is dominant for most people, eye contact is an especially important type of nonverbal communication. The way you look at someone can communicate many things, including interest, affection, hostility, or attraction. Eye contact is also important in maintaining the flow of conversation and for gauging the other person’s interest and response.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0150" y="346709"/>
            <a:ext cx="8670289" cy="553998"/>
          </a:xfrm>
        </p:spPr>
        <p:txBody>
          <a:bodyPr/>
          <a:lstStyle/>
          <a:p>
            <a:r>
              <a:rPr lang="en-IN" altLang="en-US" sz="4400" b="1" dirty="0" smtClean="0">
                <a:solidFill>
                  <a:schemeClr val="tx1">
                    <a:lumMod val="85000"/>
                    <a:lumOff val="15000"/>
                  </a:schemeClr>
                </a:solidFill>
              </a:rPr>
              <a:t>            </a:t>
            </a:r>
            <a:r>
              <a:rPr lang="en-US" sz="4400" b="1" dirty="0" smtClean="0">
                <a:solidFill>
                  <a:schemeClr val="tx1">
                    <a:lumMod val="85000"/>
                    <a:lumOff val="15000"/>
                  </a:schemeClr>
                </a:solidFill>
              </a:rPr>
              <a:t>S</a:t>
            </a:r>
            <a:r>
              <a:rPr lang="en-IN" altLang="en-US" sz="4400" b="1" dirty="0" smtClean="0">
                <a:solidFill>
                  <a:schemeClr val="tx1">
                    <a:lumMod val="85000"/>
                    <a:lumOff val="15000"/>
                  </a:schemeClr>
                </a:solidFill>
              </a:rPr>
              <a:t>PACE(PROXEMICS)</a:t>
            </a:r>
            <a:endParaRPr lang="en-IN" altLang="en-US" sz="4400" b="1" dirty="0" smtClean="0">
              <a:solidFill>
                <a:schemeClr val="tx1">
                  <a:lumMod val="85000"/>
                  <a:lumOff val="15000"/>
                </a:schemeClr>
              </a:solidFill>
            </a:endParaRPr>
          </a:p>
        </p:txBody>
      </p:sp>
      <p:sp>
        <p:nvSpPr>
          <p:cNvPr id="3" name="Text Placeholder 2"/>
          <p:cNvSpPr>
            <a:spLocks noGrp="1"/>
          </p:cNvSpPr>
          <p:nvPr>
            <p:ph type="body" idx="1"/>
          </p:nvPr>
        </p:nvSpPr>
        <p:spPr>
          <a:xfrm>
            <a:off x="302260" y="1184910"/>
            <a:ext cx="10137140" cy="5403850"/>
          </a:xfrm>
        </p:spPr>
        <p:txBody>
          <a:bodyPr/>
          <a:lstStyle/>
          <a:p>
            <a:pPr marL="457200" indent="-457200" algn="just">
              <a:buFont typeface="Arial" panose="020B0604020202020204" pitchFamily="34" charset="0"/>
              <a:buChar char="•"/>
            </a:pPr>
            <a:r>
              <a:rPr lang="en-US" sz="2800" dirty="0" smtClean="0">
                <a:solidFill>
                  <a:srgbClr val="7030A0"/>
                </a:solidFill>
              </a:rPr>
              <a:t>Have </a:t>
            </a:r>
            <a:r>
              <a:rPr lang="en-US" sz="2800" dirty="0">
                <a:solidFill>
                  <a:srgbClr val="7030A0"/>
                </a:solidFill>
              </a:rPr>
              <a:t>you ever felt uncomfortable during a conversation because the other person was standing too close and invading your space? </a:t>
            </a:r>
          </a:p>
          <a:p>
            <a:pPr marL="457200" indent="-457200" algn="just">
              <a:buFont typeface="Arial" panose="020B0604020202020204" pitchFamily="34" charset="0"/>
              <a:buChar char="•"/>
            </a:pPr>
            <a:r>
              <a:rPr lang="en-US" sz="2800" dirty="0" smtClean="0">
                <a:solidFill>
                  <a:srgbClr val="7030A0"/>
                </a:solidFill>
              </a:rPr>
              <a:t>We </a:t>
            </a:r>
            <a:r>
              <a:rPr lang="en-US" sz="2800" dirty="0">
                <a:solidFill>
                  <a:srgbClr val="7030A0"/>
                </a:solidFill>
              </a:rPr>
              <a:t>all have a need for physical space, although that need differs depending on the culture, the situation, and the closeness of the relationship. </a:t>
            </a:r>
            <a:endParaRPr lang="en-US" sz="2800" dirty="0" smtClean="0">
              <a:solidFill>
                <a:srgbClr val="7030A0"/>
              </a:solidFill>
            </a:endParaRPr>
          </a:p>
          <a:p>
            <a:pPr marL="457200" indent="-457200" algn="just">
              <a:buFont typeface="Arial" panose="020B0604020202020204" pitchFamily="34" charset="0"/>
              <a:buChar char="•"/>
            </a:pPr>
            <a:r>
              <a:rPr lang="en-US" sz="2800" dirty="0" smtClean="0">
                <a:solidFill>
                  <a:srgbClr val="7030A0"/>
                </a:solidFill>
              </a:rPr>
              <a:t>You </a:t>
            </a:r>
            <a:r>
              <a:rPr lang="en-US" sz="2800" dirty="0">
                <a:solidFill>
                  <a:srgbClr val="7030A0"/>
                </a:solidFill>
              </a:rPr>
              <a:t>can use physical space to communicate </a:t>
            </a:r>
            <a:r>
              <a:rPr lang="en-US" sz="2800" dirty="0" smtClean="0">
                <a:solidFill>
                  <a:srgbClr val="7030A0"/>
                </a:solidFill>
              </a:rPr>
              <a:t>many different </a:t>
            </a:r>
            <a:r>
              <a:rPr lang="en-US" sz="2800" dirty="0">
                <a:solidFill>
                  <a:srgbClr val="7030A0"/>
                </a:solidFill>
              </a:rPr>
              <a:t>nonverbal messages, including signals of intimacy and affection, aggression or dominance</a:t>
            </a:r>
            <a:r>
              <a:rPr lang="en-US" sz="2800" dirty="0" smtClean="0">
                <a:solidFill>
                  <a:srgbClr val="7030A0"/>
                </a:solidFill>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4349" y="346709"/>
            <a:ext cx="10201275" cy="628377"/>
          </a:xfrm>
          <a:prstGeom prst="rect">
            <a:avLst/>
          </a:prstGeom>
        </p:spPr>
        <p:txBody>
          <a:bodyPr vert="horz" wrap="square" lIns="0" tIns="12700" rIns="0" bIns="0" rtlCol="0">
            <a:spAutoFit/>
          </a:bodyPr>
          <a:lstStyle/>
          <a:p>
            <a:pPr marL="12700" marR="5080" indent="184150">
              <a:lnSpc>
                <a:spcPct val="100000"/>
              </a:lnSpc>
              <a:spcBef>
                <a:spcPts val="100"/>
              </a:spcBef>
              <a:tabLst>
                <a:tab pos="2021205" algn="l"/>
                <a:tab pos="5069205" algn="l"/>
              </a:tabLst>
            </a:pPr>
            <a:r>
              <a:rPr lang="en-IN" sz="4000" b="1" dirty="0">
                <a:solidFill>
                  <a:schemeClr val="tx1">
                    <a:lumMod val="85000"/>
                    <a:lumOff val="15000"/>
                  </a:schemeClr>
                </a:solidFill>
              </a:rPr>
              <a:t>SPACE AND DISTANCE</a:t>
            </a:r>
            <a:r>
              <a:rPr sz="4000" b="1">
                <a:solidFill>
                  <a:schemeClr val="tx1">
                    <a:lumMod val="85000"/>
                    <a:lumOff val="15000"/>
                  </a:schemeClr>
                </a:solidFill>
              </a:rPr>
              <a:t>  </a:t>
            </a:r>
            <a:r>
              <a:rPr lang="en-US" sz="4000" b="1" dirty="0" smtClean="0">
                <a:solidFill>
                  <a:schemeClr val="tx1">
                    <a:lumMod val="85000"/>
                    <a:lumOff val="15000"/>
                  </a:schemeClr>
                </a:solidFill>
              </a:rPr>
              <a:t>(</a:t>
            </a:r>
            <a:r>
              <a:rPr sz="4000" b="1" spc="135" smtClean="0">
                <a:solidFill>
                  <a:schemeClr val="tx1">
                    <a:lumMod val="85000"/>
                    <a:lumOff val="15000"/>
                  </a:schemeClr>
                </a:solidFill>
              </a:rPr>
              <a:t>Proxemics</a:t>
            </a:r>
            <a:r>
              <a:rPr lang="en-US" sz="4000" b="1" spc="135" dirty="0" smtClean="0">
                <a:solidFill>
                  <a:schemeClr val="tx1">
                    <a:lumMod val="85000"/>
                    <a:lumOff val="15000"/>
                  </a:schemeClr>
                </a:solidFill>
              </a:rPr>
              <a:t>)</a:t>
            </a:r>
            <a:endParaRPr sz="4000" b="1" dirty="0">
              <a:solidFill>
                <a:schemeClr val="tx1">
                  <a:lumMod val="85000"/>
                  <a:lumOff val="15000"/>
                </a:schemeClr>
              </a:solidFill>
            </a:endParaRPr>
          </a:p>
        </p:txBody>
      </p:sp>
      <p:sp>
        <p:nvSpPr>
          <p:cNvPr id="3" name="object 3"/>
          <p:cNvSpPr/>
          <p:nvPr/>
        </p:nvSpPr>
        <p:spPr>
          <a:xfrm>
            <a:off x="726440" y="1893570"/>
            <a:ext cx="3953510" cy="3070860"/>
          </a:xfrm>
          <a:prstGeom prst="rect">
            <a:avLst/>
          </a:prstGeom>
          <a:blipFill>
            <a:blip r:embed="rId2" cstate="print"/>
            <a:stretch>
              <a:fillRect/>
            </a:stretch>
          </a:blipFill>
        </p:spPr>
        <p:txBody>
          <a:bodyPr wrap="square" lIns="0" tIns="0" rIns="0" bIns="0" rtlCol="0"/>
          <a:lstStyle/>
          <a:p>
            <a:endParaRPr/>
          </a:p>
        </p:txBody>
      </p:sp>
      <p:sp>
        <p:nvSpPr>
          <p:cNvPr id="4" name="object 4"/>
          <p:cNvSpPr txBox="1"/>
          <p:nvPr/>
        </p:nvSpPr>
        <p:spPr>
          <a:xfrm>
            <a:off x="5264150" y="1893570"/>
            <a:ext cx="5403850" cy="2870835"/>
          </a:xfrm>
          <a:prstGeom prst="rect">
            <a:avLst/>
          </a:prstGeom>
        </p:spPr>
        <p:txBody>
          <a:bodyPr vert="horz" wrap="square" lIns="0" tIns="43180" rIns="0" bIns="0" rtlCol="0">
            <a:spAutoFit/>
          </a:bodyPr>
          <a:lstStyle/>
          <a:p>
            <a:pPr marL="100330" marR="810260" indent="-87630">
              <a:lnSpc>
                <a:spcPts val="3700"/>
              </a:lnSpc>
              <a:spcBef>
                <a:spcPts val="340"/>
              </a:spcBef>
            </a:pPr>
            <a:r>
              <a:rPr sz="3200" b="1" i="1" spc="265" dirty="0">
                <a:latin typeface="Arial" panose="020B0604020202020204"/>
                <a:cs typeface="Arial" panose="020B0604020202020204"/>
              </a:rPr>
              <a:t>U</a:t>
            </a:r>
            <a:r>
              <a:rPr sz="3200" b="1" i="1" spc="80" dirty="0">
                <a:latin typeface="Arial" panose="020B0604020202020204"/>
                <a:cs typeface="Arial" panose="020B0604020202020204"/>
              </a:rPr>
              <a:t>nd</a:t>
            </a:r>
            <a:r>
              <a:rPr sz="3200" b="1" i="1" spc="254" dirty="0">
                <a:latin typeface="Arial" panose="020B0604020202020204"/>
                <a:cs typeface="Arial" panose="020B0604020202020204"/>
              </a:rPr>
              <a:t>e</a:t>
            </a:r>
            <a:r>
              <a:rPr sz="3200" b="1" i="1" spc="80" dirty="0">
                <a:latin typeface="Arial" panose="020B0604020202020204"/>
                <a:cs typeface="Arial" panose="020B0604020202020204"/>
              </a:rPr>
              <a:t>r</a:t>
            </a:r>
            <a:r>
              <a:rPr sz="3200" b="1" i="1" spc="85" dirty="0">
                <a:latin typeface="Arial" panose="020B0604020202020204"/>
                <a:cs typeface="Arial" panose="020B0604020202020204"/>
              </a:rPr>
              <a:t>s</a:t>
            </a:r>
            <a:r>
              <a:rPr sz="3200" b="1" i="1" spc="90" dirty="0">
                <a:latin typeface="Arial" panose="020B0604020202020204"/>
                <a:cs typeface="Arial" panose="020B0604020202020204"/>
              </a:rPr>
              <a:t>t</a:t>
            </a:r>
            <a:r>
              <a:rPr sz="3200" b="1" i="1" spc="254" dirty="0">
                <a:latin typeface="Arial" panose="020B0604020202020204"/>
                <a:cs typeface="Arial" panose="020B0604020202020204"/>
              </a:rPr>
              <a:t>a</a:t>
            </a:r>
            <a:r>
              <a:rPr sz="3200" b="1" i="1" spc="80" dirty="0">
                <a:latin typeface="Arial" panose="020B0604020202020204"/>
                <a:cs typeface="Arial" panose="020B0604020202020204"/>
              </a:rPr>
              <a:t>nd</a:t>
            </a:r>
            <a:r>
              <a:rPr sz="3200" b="1" i="1" spc="75" dirty="0">
                <a:latin typeface="Arial" panose="020B0604020202020204"/>
                <a:cs typeface="Arial" panose="020B0604020202020204"/>
              </a:rPr>
              <a:t>i</a:t>
            </a:r>
            <a:r>
              <a:rPr sz="3200" b="1" i="1" spc="80" dirty="0">
                <a:latin typeface="Arial" panose="020B0604020202020204"/>
                <a:cs typeface="Arial" panose="020B0604020202020204"/>
              </a:rPr>
              <a:t>n</a:t>
            </a:r>
            <a:r>
              <a:rPr sz="3200" b="1" i="1" dirty="0">
                <a:latin typeface="Arial" panose="020B0604020202020204"/>
                <a:cs typeface="Arial" panose="020B0604020202020204"/>
              </a:rPr>
              <a:t>g </a:t>
            </a:r>
            <a:r>
              <a:rPr sz="3200" b="1" i="1" spc="145" dirty="0" smtClean="0">
                <a:latin typeface="Arial" panose="020B0604020202020204"/>
                <a:cs typeface="Arial" panose="020B0604020202020204"/>
              </a:rPr>
              <a:t>each</a:t>
            </a:r>
            <a:endParaRPr sz="3200" dirty="0">
              <a:latin typeface="Arial" panose="020B0604020202020204"/>
              <a:cs typeface="Arial" panose="020B0604020202020204"/>
            </a:endParaRPr>
          </a:p>
          <a:p>
            <a:pPr marL="100330" marR="526415" indent="-50800">
              <a:lnSpc>
                <a:spcPts val="3710"/>
              </a:lnSpc>
              <a:spcBef>
                <a:spcPts val="800"/>
              </a:spcBef>
            </a:pPr>
            <a:r>
              <a:rPr sz="3200" b="1" i="1" spc="90" dirty="0">
                <a:latin typeface="Arial" panose="020B0604020202020204"/>
                <a:cs typeface="Arial" panose="020B0604020202020204"/>
              </a:rPr>
              <a:t>person’s </a:t>
            </a:r>
            <a:r>
              <a:rPr sz="3200" b="1" i="1" spc="95" dirty="0">
                <a:latin typeface="Arial" panose="020B0604020202020204"/>
                <a:cs typeface="Arial" panose="020B0604020202020204"/>
              </a:rPr>
              <a:t>border </a:t>
            </a:r>
            <a:r>
              <a:rPr sz="3200" b="1" i="1" spc="35" dirty="0" smtClean="0">
                <a:latin typeface="Arial" panose="020B0604020202020204"/>
                <a:cs typeface="Arial" panose="020B0604020202020204"/>
              </a:rPr>
              <a:t>is</a:t>
            </a:r>
            <a:endParaRPr sz="3200" dirty="0">
              <a:latin typeface="Arial" panose="020B0604020202020204"/>
              <a:cs typeface="Arial" panose="020B0604020202020204"/>
            </a:endParaRPr>
          </a:p>
          <a:p>
            <a:pPr marL="49530" marR="5080">
              <a:lnSpc>
                <a:spcPts val="4500"/>
              </a:lnSpc>
              <a:spcBef>
                <a:spcPts val="170"/>
              </a:spcBef>
            </a:pPr>
            <a:r>
              <a:rPr sz="3200" b="1" i="1" spc="125" dirty="0">
                <a:latin typeface="Arial" panose="020B0604020202020204"/>
                <a:cs typeface="Arial" panose="020B0604020202020204"/>
              </a:rPr>
              <a:t>an </a:t>
            </a:r>
            <a:r>
              <a:rPr sz="3200" b="1" i="1" spc="90" dirty="0">
                <a:latin typeface="Arial" panose="020B0604020202020204"/>
                <a:cs typeface="Arial" panose="020B0604020202020204"/>
              </a:rPr>
              <a:t>important </a:t>
            </a:r>
            <a:r>
              <a:rPr sz="3200" b="1" i="1" spc="100" dirty="0">
                <a:latin typeface="Arial" panose="020B0604020202020204"/>
                <a:cs typeface="Arial" panose="020B0604020202020204"/>
              </a:rPr>
              <a:t>part </a:t>
            </a:r>
            <a:r>
              <a:rPr sz="3200" b="1" i="1" spc="40" dirty="0" smtClean="0">
                <a:latin typeface="Arial" panose="020B0604020202020204"/>
                <a:cs typeface="Arial" panose="020B0604020202020204"/>
              </a:rPr>
              <a:t>of</a:t>
            </a:r>
            <a:r>
              <a:rPr sz="3200" b="1" i="1" spc="245" dirty="0" smtClean="0">
                <a:latin typeface="Arial" panose="020B0604020202020204"/>
                <a:cs typeface="Arial" panose="020B0604020202020204"/>
              </a:rPr>
              <a:t> </a:t>
            </a:r>
            <a:r>
              <a:rPr sz="3200" b="1" i="1" spc="90" dirty="0" smtClean="0">
                <a:latin typeface="Arial" panose="020B0604020202020204"/>
                <a:cs typeface="Arial" panose="020B0604020202020204"/>
              </a:rPr>
              <a:t>communication</a:t>
            </a:r>
            <a:r>
              <a:rPr sz="3200" spc="90" dirty="0" smtClean="0">
                <a:latin typeface="Arial" panose="020B0604020202020204"/>
                <a:cs typeface="Arial" panose="020B0604020202020204"/>
              </a:rPr>
              <a:t>.</a:t>
            </a:r>
            <a:endParaRPr lang="en-US" sz="3200" dirty="0">
              <a:latin typeface="Arial" panose="020B0604020202020204"/>
              <a:cs typeface="Arial" panose="020B0604020202020204"/>
            </a:endParaRPr>
          </a:p>
          <a:p>
            <a:pPr marL="49530" marR="5080">
              <a:lnSpc>
                <a:spcPts val="4500"/>
              </a:lnSpc>
              <a:spcBef>
                <a:spcPts val="170"/>
              </a:spcBef>
            </a:pPr>
            <a:r>
              <a:rPr sz="3200" b="1" spc="120" dirty="0" smtClean="0">
                <a:latin typeface="Arial" panose="020B0604020202020204"/>
                <a:cs typeface="Arial" panose="020B0604020202020204"/>
              </a:rPr>
              <a:t>It</a:t>
            </a:r>
            <a:r>
              <a:rPr lang="en-US" sz="3200" b="1" spc="355" dirty="0">
                <a:latin typeface="Arial" panose="020B0604020202020204"/>
                <a:cs typeface="Arial" panose="020B0604020202020204"/>
              </a:rPr>
              <a:t> </a:t>
            </a:r>
            <a:r>
              <a:rPr sz="3200" b="1" spc="30" dirty="0" smtClean="0">
                <a:latin typeface="Arial" panose="020B0604020202020204"/>
                <a:cs typeface="Arial" panose="020B0604020202020204"/>
              </a:rPr>
              <a:t>is</a:t>
            </a:r>
            <a:r>
              <a:rPr lang="en-US" sz="3200" b="1" spc="30" dirty="0" smtClean="0">
                <a:latin typeface="Arial" panose="020B0604020202020204"/>
                <a:cs typeface="Arial" panose="020B0604020202020204"/>
              </a:rPr>
              <a:t> </a:t>
            </a:r>
            <a:r>
              <a:rPr sz="3200" b="1" dirty="0" smtClean="0">
                <a:latin typeface="Arial" panose="020B0604020202020204"/>
                <a:cs typeface="Arial" panose="020B0604020202020204"/>
              </a:rPr>
              <a:t>a</a:t>
            </a:r>
            <a:r>
              <a:rPr lang="en-US" sz="3200" b="1" dirty="0" smtClean="0">
                <a:latin typeface="Arial" panose="020B0604020202020204"/>
                <a:cs typeface="Arial" panose="020B0604020202020204"/>
              </a:rPr>
              <a:t> </a:t>
            </a:r>
            <a:r>
              <a:rPr sz="3200" b="1" spc="105" dirty="0" smtClean="0">
                <a:latin typeface="Arial" panose="020B0604020202020204"/>
                <a:cs typeface="Arial" panose="020B0604020202020204"/>
              </a:rPr>
              <a:t>part</a:t>
            </a:r>
            <a:r>
              <a:rPr sz="3200" b="1" spc="340" dirty="0" smtClean="0">
                <a:latin typeface="Arial" panose="020B0604020202020204"/>
                <a:cs typeface="Arial" panose="020B0604020202020204"/>
              </a:rPr>
              <a:t> </a:t>
            </a:r>
            <a:r>
              <a:rPr sz="3200" b="1" spc="35" dirty="0" smtClean="0">
                <a:latin typeface="Arial" panose="020B0604020202020204"/>
                <a:cs typeface="Arial" panose="020B0604020202020204"/>
              </a:rPr>
              <a:t>of</a:t>
            </a:r>
            <a:r>
              <a:rPr lang="en-US" sz="3200" dirty="0">
                <a:latin typeface="Arial" panose="020B0604020202020204"/>
                <a:cs typeface="Arial" panose="020B0604020202020204"/>
              </a:rPr>
              <a:t> </a:t>
            </a:r>
            <a:r>
              <a:rPr sz="3200" b="1" spc="110" dirty="0" smtClean="0">
                <a:latin typeface="Arial" panose="020B0604020202020204"/>
                <a:cs typeface="Arial" panose="020B0604020202020204"/>
              </a:rPr>
              <a:t>Proxemics</a:t>
            </a:r>
            <a:r>
              <a:rPr lang="en-US" sz="3200" b="1" spc="110" dirty="0" smtClean="0">
                <a:latin typeface="Arial" panose="020B0604020202020204"/>
                <a:cs typeface="Arial" panose="020B0604020202020204"/>
              </a:rPr>
              <a:t>.</a:t>
            </a:r>
            <a:endParaRPr sz="3200" dirty="0">
              <a:latin typeface="Arial" panose="020B0604020202020204"/>
              <a:cs typeface="Arial" panose="020B0604020202020204"/>
            </a:endParaRPr>
          </a:p>
        </p:txBody>
      </p:sp>
    </p:spTree>
  </p:cSld>
  <p:clrMapOvr>
    <a:masterClrMapping/>
  </p:clrMapOvr>
  <p:transition>
    <p:split orient="vert" dir="in"/>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62350" y="898525"/>
            <a:ext cx="4580890" cy="689610"/>
          </a:xfrm>
          <a:prstGeom prst="rect">
            <a:avLst/>
          </a:prstGeom>
        </p:spPr>
        <p:txBody>
          <a:bodyPr vert="horz" wrap="square" lIns="0" tIns="12700" rIns="0" bIns="0" rtlCol="0">
            <a:spAutoFit/>
          </a:bodyPr>
          <a:lstStyle/>
          <a:p>
            <a:pPr marL="12700">
              <a:lnSpc>
                <a:spcPct val="100000"/>
              </a:lnSpc>
              <a:spcBef>
                <a:spcPts val="100"/>
              </a:spcBef>
            </a:pPr>
            <a:r>
              <a:rPr sz="4400" i="1" spc="195" dirty="0" smtClean="0">
                <a:latin typeface="Arial" panose="020B0604020202020204"/>
                <a:cs typeface="Arial" panose="020B0604020202020204"/>
              </a:rPr>
              <a:t>Space</a:t>
            </a:r>
            <a:endParaRPr sz="4400" dirty="0">
              <a:latin typeface="Arial" panose="020B0604020202020204"/>
              <a:cs typeface="Arial" panose="020B0604020202020204"/>
            </a:endParaRPr>
          </a:p>
        </p:txBody>
      </p:sp>
      <p:sp>
        <p:nvSpPr>
          <p:cNvPr id="3" name="object 3"/>
          <p:cNvSpPr txBox="1">
            <a:spLocks noGrp="1"/>
          </p:cNvSpPr>
          <p:nvPr>
            <p:ph type="body" idx="1"/>
          </p:nvPr>
        </p:nvSpPr>
        <p:spPr>
          <a:xfrm>
            <a:off x="609600" y="1174750"/>
            <a:ext cx="10972800" cy="1043940"/>
          </a:xfrm>
          <a:prstGeom prst="rect">
            <a:avLst/>
          </a:prstGeom>
        </p:spPr>
        <p:txBody>
          <a:bodyPr vert="horz" wrap="square" lIns="0" tIns="19685" rIns="0" bIns="0" rtlCol="0">
            <a:spAutoFit/>
          </a:bodyPr>
          <a:lstStyle/>
          <a:p>
            <a:pPr marL="434340" marR="30480" indent="-396240">
              <a:lnSpc>
                <a:spcPct val="119000"/>
              </a:lnSpc>
              <a:spcBef>
                <a:spcPts val="155"/>
              </a:spcBef>
              <a:tabLst>
                <a:tab pos="379095" algn="l"/>
              </a:tabLst>
            </a:pPr>
            <a:r>
              <a:rPr sz="3150" spc="-750" baseline="13000" dirty="0">
                <a:solidFill>
                  <a:srgbClr val="990000"/>
                </a:solidFill>
                <a:latin typeface="UnDotum"/>
                <a:cs typeface="UnDotum"/>
              </a:rPr>
              <a:t>	</a:t>
            </a:r>
            <a:r>
              <a:rPr sz="2800" spc="-10" dirty="0"/>
              <a:t>There </a:t>
            </a:r>
            <a:r>
              <a:rPr sz="2800" dirty="0"/>
              <a:t>are </a:t>
            </a:r>
            <a:r>
              <a:rPr sz="2800" spc="-15" dirty="0"/>
              <a:t>different forms  </a:t>
            </a:r>
            <a:r>
              <a:rPr sz="2800" spc="-10" dirty="0"/>
              <a:t>of </a:t>
            </a:r>
            <a:r>
              <a:rPr sz="2800" dirty="0"/>
              <a:t>space </a:t>
            </a:r>
            <a:r>
              <a:rPr sz="2800" spc="-10" dirty="0"/>
              <a:t>for </a:t>
            </a:r>
            <a:r>
              <a:rPr sz="2800" spc="-15" dirty="0"/>
              <a:t>different  times, </a:t>
            </a:r>
            <a:r>
              <a:rPr sz="2800" spc="-5" dirty="0"/>
              <a:t>place </a:t>
            </a:r>
            <a:r>
              <a:rPr sz="2800" dirty="0"/>
              <a:t>&amp;</a:t>
            </a:r>
            <a:r>
              <a:rPr sz="2800" spc="-85" dirty="0"/>
              <a:t> </a:t>
            </a:r>
            <a:r>
              <a:rPr sz="2800" spc="-5" dirty="0"/>
              <a:t>situations</a:t>
            </a:r>
            <a:r>
              <a:rPr sz="2400" spc="-5" dirty="0"/>
              <a:t>.</a:t>
            </a:r>
            <a:endParaRPr sz="2400">
              <a:latin typeface="UnDotum"/>
              <a:cs typeface="UnDotum"/>
            </a:endParaRPr>
          </a:p>
        </p:txBody>
      </p:sp>
      <p:sp>
        <p:nvSpPr>
          <p:cNvPr id="4" name="object 4"/>
          <p:cNvSpPr txBox="1"/>
          <p:nvPr/>
        </p:nvSpPr>
        <p:spPr>
          <a:xfrm>
            <a:off x="2515869" y="3481070"/>
            <a:ext cx="200025" cy="289560"/>
          </a:xfrm>
          <a:prstGeom prst="rect">
            <a:avLst/>
          </a:prstGeom>
        </p:spPr>
        <p:txBody>
          <a:bodyPr vert="horz" wrap="square" lIns="0" tIns="12700" rIns="0" bIns="0" rtlCol="0">
            <a:spAutoFit/>
          </a:bodyPr>
          <a:lstStyle/>
          <a:p>
            <a:pPr marL="12700">
              <a:lnSpc>
                <a:spcPct val="100000"/>
              </a:lnSpc>
              <a:spcBef>
                <a:spcPts val="100"/>
              </a:spcBef>
            </a:pPr>
            <a:r>
              <a:rPr sz="1800" spc="-430" dirty="0">
                <a:solidFill>
                  <a:srgbClr val="990000"/>
                </a:solidFill>
                <a:latin typeface="UnDotum"/>
                <a:cs typeface="UnDotum"/>
              </a:rPr>
              <a:t></a:t>
            </a:r>
            <a:endParaRPr sz="1800">
              <a:latin typeface="UnDotum"/>
              <a:cs typeface="UnDotum"/>
            </a:endParaRPr>
          </a:p>
        </p:txBody>
      </p:sp>
      <p:sp>
        <p:nvSpPr>
          <p:cNvPr id="5" name="object 5"/>
          <p:cNvSpPr txBox="1"/>
          <p:nvPr/>
        </p:nvSpPr>
        <p:spPr>
          <a:xfrm>
            <a:off x="496570" y="2571750"/>
            <a:ext cx="6007735" cy="904875"/>
          </a:xfrm>
          <a:prstGeom prst="rect">
            <a:avLst/>
          </a:prstGeom>
        </p:spPr>
        <p:txBody>
          <a:bodyPr vert="horz" wrap="square" lIns="0" tIns="12700" rIns="0" bIns="0" rtlCol="0">
            <a:spAutoFit/>
          </a:bodyPr>
          <a:lstStyle/>
          <a:p>
            <a:pPr marL="12700" marR="5080" indent="1270">
              <a:lnSpc>
                <a:spcPct val="121000"/>
              </a:lnSpc>
              <a:spcBef>
                <a:spcPts val="100"/>
              </a:spcBef>
            </a:pPr>
            <a:r>
              <a:rPr sz="2400" spc="-5" dirty="0">
                <a:latin typeface="Arial" panose="020B0604020202020204"/>
                <a:cs typeface="Arial" panose="020B0604020202020204"/>
              </a:rPr>
              <a:t>Intimate, Personal, </a:t>
            </a:r>
            <a:r>
              <a:rPr sz="2400" spc="-10" dirty="0">
                <a:latin typeface="Arial" panose="020B0604020202020204"/>
                <a:cs typeface="Arial" panose="020B0604020202020204"/>
              </a:rPr>
              <a:t>Social  </a:t>
            </a:r>
            <a:r>
              <a:rPr sz="2400" spc="-5" dirty="0">
                <a:latin typeface="Arial" panose="020B0604020202020204"/>
                <a:cs typeface="Arial" panose="020B0604020202020204"/>
              </a:rPr>
              <a:t>and Public distances make  </a:t>
            </a:r>
            <a:r>
              <a:rPr sz="2400" spc="-10" dirty="0">
                <a:latin typeface="Arial" panose="020B0604020202020204"/>
                <a:cs typeface="Arial" panose="020B0604020202020204"/>
              </a:rPr>
              <a:t>up </a:t>
            </a:r>
            <a:r>
              <a:rPr sz="2400" spc="-5" dirty="0">
                <a:latin typeface="Arial" panose="020B0604020202020204"/>
                <a:cs typeface="Arial" panose="020B0604020202020204"/>
              </a:rPr>
              <a:t>the concept of </a:t>
            </a:r>
            <a:r>
              <a:rPr sz="2400" dirty="0">
                <a:latin typeface="Arial" panose="020B0604020202020204"/>
                <a:cs typeface="Arial" panose="020B0604020202020204"/>
              </a:rPr>
              <a:t>space.</a:t>
            </a:r>
            <a:endParaRPr sz="2400">
              <a:latin typeface="Arial" panose="020B0604020202020204"/>
              <a:cs typeface="Arial" panose="020B0604020202020204"/>
            </a:endParaRPr>
          </a:p>
        </p:txBody>
      </p:sp>
      <p:sp>
        <p:nvSpPr>
          <p:cNvPr id="6" name="object 6"/>
          <p:cNvSpPr/>
          <p:nvPr/>
        </p:nvSpPr>
        <p:spPr>
          <a:xfrm>
            <a:off x="7328535" y="2218690"/>
            <a:ext cx="4253865" cy="3301365"/>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transition>
    <p:dissolv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442913" y="1849120"/>
            <a:ext cx="6486525" cy="4225925"/>
          </a:xfrm>
          <a:prstGeom prst="rect">
            <a:avLst/>
          </a:prstGeom>
        </p:spPr>
        <p:txBody>
          <a:bodyPr vert="horz" wrap="square" lIns="0" tIns="101600" rIns="0" bIns="0" rtlCol="0">
            <a:spAutoFit/>
          </a:bodyPr>
          <a:lstStyle/>
          <a:p>
            <a:pPr marL="405130" indent="-341630">
              <a:lnSpc>
                <a:spcPct val="100000"/>
              </a:lnSpc>
              <a:spcBef>
                <a:spcPts val="800"/>
              </a:spcBef>
              <a:buClr>
                <a:srgbClr val="990000"/>
              </a:buClr>
              <a:buSzPct val="75000"/>
              <a:buFont typeface="UnDotum"/>
              <a:buChar char=""/>
              <a:tabLst>
                <a:tab pos="404495" algn="l"/>
                <a:tab pos="405130" algn="l"/>
                <a:tab pos="2019935" algn="l"/>
              </a:tabLst>
            </a:pPr>
            <a:r>
              <a:rPr sz="2800" b="1" u="heavy" spc="90" dirty="0">
                <a:uFill>
                  <a:solidFill>
                    <a:srgbClr val="000000"/>
                  </a:solidFill>
                </a:uFill>
                <a:latin typeface="Arial" panose="020B0604020202020204"/>
                <a:cs typeface="Arial" panose="020B0604020202020204"/>
              </a:rPr>
              <a:t>Intimate	</a:t>
            </a:r>
            <a:r>
              <a:rPr sz="2800" b="1" u="heavy" spc="110" dirty="0">
                <a:uFill>
                  <a:solidFill>
                    <a:srgbClr val="000000"/>
                  </a:solidFill>
                </a:uFill>
                <a:latin typeface="Arial" panose="020B0604020202020204"/>
                <a:cs typeface="Arial" panose="020B0604020202020204"/>
              </a:rPr>
              <a:t>Distance</a:t>
            </a:r>
            <a:r>
              <a:rPr sz="2800" u="heavy" spc="110" dirty="0">
                <a:uFill>
                  <a:solidFill>
                    <a:srgbClr val="000000"/>
                  </a:solidFill>
                </a:uFill>
                <a:latin typeface="Arial" panose="020B0604020202020204"/>
                <a:cs typeface="Arial" panose="020B0604020202020204"/>
              </a:rPr>
              <a:t>:</a:t>
            </a:r>
            <a:r>
              <a:rPr sz="2800" u="heavy" spc="20" dirty="0">
                <a:uFill>
                  <a:solidFill>
                    <a:srgbClr val="000000"/>
                  </a:solidFill>
                </a:uFill>
                <a:latin typeface="Arial" panose="020B0604020202020204"/>
                <a:cs typeface="Arial" panose="020B0604020202020204"/>
              </a:rPr>
              <a:t> </a:t>
            </a:r>
            <a:endParaRPr sz="2800">
              <a:latin typeface="Arial" panose="020B0604020202020204"/>
              <a:cs typeface="Arial" panose="020B0604020202020204"/>
            </a:endParaRPr>
          </a:p>
          <a:p>
            <a:pPr marL="459740">
              <a:lnSpc>
                <a:spcPct val="100000"/>
              </a:lnSpc>
              <a:spcBef>
                <a:spcPts val="700"/>
              </a:spcBef>
            </a:pPr>
            <a:r>
              <a:rPr sz="2800" spc="-5" dirty="0">
                <a:latin typeface="Arial" panose="020B0604020202020204"/>
                <a:cs typeface="Arial" panose="020B0604020202020204"/>
              </a:rPr>
              <a:t>actual </a:t>
            </a:r>
            <a:r>
              <a:rPr sz="2800" spc="-15" dirty="0">
                <a:latin typeface="Arial" panose="020B0604020202020204"/>
                <a:cs typeface="Arial" panose="020B0604020202020204"/>
              </a:rPr>
              <a:t>touching </a:t>
            </a:r>
            <a:r>
              <a:rPr sz="2800" dirty="0">
                <a:latin typeface="Arial" panose="020B0604020202020204"/>
                <a:cs typeface="Arial" panose="020B0604020202020204"/>
              </a:rPr>
              <a:t>to 6 to </a:t>
            </a:r>
            <a:r>
              <a:rPr sz="2800" spc="-10" dirty="0">
                <a:latin typeface="Arial" panose="020B0604020202020204"/>
                <a:cs typeface="Arial" panose="020B0604020202020204"/>
              </a:rPr>
              <a:t>18</a:t>
            </a:r>
            <a:r>
              <a:rPr sz="2800" spc="-90" dirty="0">
                <a:latin typeface="Arial" panose="020B0604020202020204"/>
                <a:cs typeface="Arial" panose="020B0604020202020204"/>
              </a:rPr>
              <a:t> </a:t>
            </a:r>
            <a:r>
              <a:rPr sz="2800" spc="-15" dirty="0">
                <a:latin typeface="Arial" panose="020B0604020202020204"/>
                <a:cs typeface="Arial" panose="020B0604020202020204"/>
              </a:rPr>
              <a:t>inches.</a:t>
            </a:r>
            <a:endParaRPr sz="2800">
              <a:latin typeface="Arial" panose="020B0604020202020204"/>
              <a:cs typeface="Arial" panose="020B0604020202020204"/>
            </a:endParaRPr>
          </a:p>
          <a:p>
            <a:pPr>
              <a:lnSpc>
                <a:spcPct val="100000"/>
              </a:lnSpc>
              <a:spcBef>
                <a:spcPts val="35"/>
              </a:spcBef>
            </a:pPr>
            <a:endParaRPr sz="3500">
              <a:latin typeface="Arial" panose="020B0604020202020204"/>
              <a:cs typeface="Arial" panose="020B0604020202020204"/>
            </a:endParaRPr>
          </a:p>
          <a:p>
            <a:pPr marL="360680" marR="1819275" indent="-297180">
              <a:lnSpc>
                <a:spcPct val="121000"/>
              </a:lnSpc>
              <a:buClr>
                <a:srgbClr val="990000"/>
              </a:buClr>
              <a:buSzPct val="75000"/>
              <a:buFont typeface="UnDotum"/>
              <a:buChar char=""/>
              <a:tabLst>
                <a:tab pos="404495" algn="l"/>
                <a:tab pos="405130" algn="l"/>
              </a:tabLst>
            </a:pPr>
            <a:r>
              <a:rPr dirty="0"/>
              <a:t>	</a:t>
            </a:r>
            <a:r>
              <a:rPr sz="2800" b="1" u="heavy" spc="110" dirty="0">
                <a:uFill>
                  <a:solidFill>
                    <a:srgbClr val="000000"/>
                  </a:solidFill>
                </a:uFill>
                <a:latin typeface="Arial" panose="020B0604020202020204"/>
                <a:cs typeface="Arial" panose="020B0604020202020204"/>
              </a:rPr>
              <a:t>Personal Distance</a:t>
            </a:r>
            <a:r>
              <a:rPr sz="2800" u="heavy" spc="110" dirty="0">
                <a:uFill>
                  <a:solidFill>
                    <a:srgbClr val="000000"/>
                  </a:solidFill>
                </a:uFill>
                <a:latin typeface="Arial" panose="020B0604020202020204"/>
                <a:cs typeface="Arial" panose="020B0604020202020204"/>
              </a:rPr>
              <a:t>: </a:t>
            </a:r>
            <a:r>
              <a:rPr sz="2800" spc="110" dirty="0">
                <a:latin typeface="Arial" panose="020B0604020202020204"/>
                <a:cs typeface="Arial" panose="020B0604020202020204"/>
              </a:rPr>
              <a:t> </a:t>
            </a:r>
            <a:r>
              <a:rPr sz="2800" spc="-10" dirty="0">
                <a:latin typeface="Arial" panose="020B0604020202020204"/>
                <a:cs typeface="Arial" panose="020B0604020202020204"/>
              </a:rPr>
              <a:t>18 </a:t>
            </a:r>
            <a:r>
              <a:rPr sz="2800" spc="-15" dirty="0">
                <a:latin typeface="Arial" panose="020B0604020202020204"/>
                <a:cs typeface="Arial" panose="020B0604020202020204"/>
              </a:rPr>
              <a:t>inches </a:t>
            </a:r>
            <a:r>
              <a:rPr sz="2800" dirty="0">
                <a:latin typeface="Arial" panose="020B0604020202020204"/>
                <a:cs typeface="Arial" panose="020B0604020202020204"/>
              </a:rPr>
              <a:t>to 4</a:t>
            </a:r>
            <a:r>
              <a:rPr sz="2800" spc="-30" dirty="0">
                <a:latin typeface="Arial" panose="020B0604020202020204"/>
                <a:cs typeface="Arial" panose="020B0604020202020204"/>
              </a:rPr>
              <a:t> </a:t>
            </a:r>
            <a:r>
              <a:rPr sz="2800" spc="-15" dirty="0">
                <a:latin typeface="Arial" panose="020B0604020202020204"/>
                <a:cs typeface="Arial" panose="020B0604020202020204"/>
              </a:rPr>
              <a:t>feet.</a:t>
            </a:r>
            <a:endParaRPr sz="2800">
              <a:latin typeface="Arial" panose="020B0604020202020204"/>
              <a:cs typeface="Arial" panose="020B0604020202020204"/>
            </a:endParaRPr>
          </a:p>
          <a:p>
            <a:pPr>
              <a:lnSpc>
                <a:spcPct val="100000"/>
              </a:lnSpc>
              <a:spcBef>
                <a:spcPts val="45"/>
              </a:spcBef>
              <a:buClr>
                <a:srgbClr val="990000"/>
              </a:buClr>
              <a:buFont typeface="UnDotum"/>
              <a:buChar char=""/>
            </a:pPr>
            <a:endParaRPr sz="4100">
              <a:latin typeface="Arial" panose="020B0604020202020204"/>
              <a:cs typeface="Arial" panose="020B0604020202020204"/>
            </a:endParaRPr>
          </a:p>
          <a:p>
            <a:pPr marL="405130" indent="-341630">
              <a:lnSpc>
                <a:spcPct val="100000"/>
              </a:lnSpc>
              <a:buClr>
                <a:srgbClr val="990000"/>
              </a:buClr>
              <a:buSzPct val="75000"/>
              <a:buFont typeface="UnDotum"/>
              <a:buChar char=""/>
              <a:tabLst>
                <a:tab pos="404495" algn="l"/>
                <a:tab pos="405130" algn="l"/>
              </a:tabLst>
            </a:pPr>
            <a:r>
              <a:rPr sz="2800" b="1" u="heavy" spc="95" dirty="0">
                <a:uFill>
                  <a:solidFill>
                    <a:srgbClr val="000000"/>
                  </a:solidFill>
                </a:uFill>
                <a:latin typeface="Arial" panose="020B0604020202020204"/>
                <a:cs typeface="Arial" panose="020B0604020202020204"/>
              </a:rPr>
              <a:t>Social</a:t>
            </a:r>
            <a:r>
              <a:rPr sz="2800" b="1" u="heavy" spc="270" dirty="0">
                <a:uFill>
                  <a:solidFill>
                    <a:srgbClr val="000000"/>
                  </a:solidFill>
                </a:uFill>
                <a:latin typeface="Arial" panose="020B0604020202020204"/>
                <a:cs typeface="Arial" panose="020B0604020202020204"/>
              </a:rPr>
              <a:t> </a:t>
            </a:r>
            <a:r>
              <a:rPr sz="2800" b="1" u="heavy" spc="110" dirty="0">
                <a:uFill>
                  <a:solidFill>
                    <a:srgbClr val="000000"/>
                  </a:solidFill>
                </a:uFill>
                <a:latin typeface="Arial" panose="020B0604020202020204"/>
                <a:cs typeface="Arial" panose="020B0604020202020204"/>
              </a:rPr>
              <a:t>Distance</a:t>
            </a:r>
            <a:r>
              <a:rPr sz="2800" b="1" spc="110" dirty="0">
                <a:latin typeface="Arial" panose="020B0604020202020204"/>
                <a:cs typeface="Arial" panose="020B0604020202020204"/>
              </a:rPr>
              <a:t>:</a:t>
            </a:r>
            <a:endParaRPr sz="2800">
              <a:latin typeface="Arial" panose="020B0604020202020204"/>
              <a:cs typeface="Arial" panose="020B0604020202020204"/>
            </a:endParaRPr>
          </a:p>
          <a:p>
            <a:pPr marL="459740">
              <a:lnSpc>
                <a:spcPct val="100000"/>
              </a:lnSpc>
              <a:spcBef>
                <a:spcPts val="690"/>
              </a:spcBef>
            </a:pPr>
            <a:r>
              <a:rPr sz="2800" dirty="0">
                <a:latin typeface="Arial" panose="020B0604020202020204"/>
                <a:cs typeface="Arial" panose="020B0604020202020204"/>
              </a:rPr>
              <a:t>4 </a:t>
            </a:r>
            <a:r>
              <a:rPr sz="2800" spc="5" dirty="0">
                <a:latin typeface="Arial" panose="020B0604020202020204"/>
                <a:cs typeface="Arial" panose="020B0604020202020204"/>
              </a:rPr>
              <a:t>to </a:t>
            </a:r>
            <a:r>
              <a:rPr sz="2800" spc="-5" dirty="0">
                <a:latin typeface="Arial" panose="020B0604020202020204"/>
                <a:cs typeface="Arial" panose="020B0604020202020204"/>
              </a:rPr>
              <a:t>12</a:t>
            </a:r>
            <a:r>
              <a:rPr sz="2800" spc="-60" dirty="0">
                <a:latin typeface="Arial" panose="020B0604020202020204"/>
                <a:cs typeface="Arial" panose="020B0604020202020204"/>
              </a:rPr>
              <a:t> </a:t>
            </a:r>
            <a:r>
              <a:rPr sz="2800" spc="-15" dirty="0">
                <a:latin typeface="Arial" panose="020B0604020202020204"/>
                <a:cs typeface="Arial" panose="020B0604020202020204"/>
              </a:rPr>
              <a:t>feet</a:t>
            </a:r>
            <a:endParaRPr sz="2800">
              <a:latin typeface="Arial" panose="020B0604020202020204"/>
              <a:cs typeface="Arial" panose="020B0604020202020204"/>
            </a:endParaRPr>
          </a:p>
        </p:txBody>
      </p:sp>
      <p:grpSp>
        <p:nvGrpSpPr>
          <p:cNvPr id="4" name="object 4"/>
          <p:cNvGrpSpPr/>
          <p:nvPr/>
        </p:nvGrpSpPr>
        <p:grpSpPr>
          <a:xfrm>
            <a:off x="7441882" y="1842135"/>
            <a:ext cx="4401820" cy="4682490"/>
            <a:chOff x="4389120" y="1870710"/>
            <a:chExt cx="4401820" cy="4682490"/>
          </a:xfrm>
        </p:grpSpPr>
        <p:sp>
          <p:nvSpPr>
            <p:cNvPr id="5" name="object 5"/>
            <p:cNvSpPr/>
            <p:nvPr/>
          </p:nvSpPr>
          <p:spPr>
            <a:xfrm>
              <a:off x="6870700" y="1870710"/>
              <a:ext cx="1883409" cy="1663700"/>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4389120" y="2730500"/>
              <a:ext cx="2456179" cy="2133600"/>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6334760" y="4462780"/>
              <a:ext cx="2456180" cy="2090420"/>
            </a:xfrm>
            <a:prstGeom prst="rect">
              <a:avLst/>
            </a:prstGeom>
            <a:blipFill>
              <a:blip r:embed="rId4" cstate="print"/>
              <a:stretch>
                <a:fillRect/>
              </a:stretch>
            </a:blipFill>
          </p:spPr>
          <p:txBody>
            <a:bodyPr wrap="square" lIns="0" tIns="0" rIns="0" bIns="0" rtlCol="0"/>
            <a:lstStyle/>
            <a:p>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75429" y="1"/>
            <a:ext cx="4675505" cy="628377"/>
          </a:xfrm>
          <a:prstGeom prst="rect">
            <a:avLst/>
          </a:prstGeom>
        </p:spPr>
        <p:txBody>
          <a:bodyPr vert="horz" wrap="square" lIns="0" tIns="12700" rIns="0" bIns="0" rtlCol="0">
            <a:spAutoFit/>
          </a:bodyPr>
          <a:lstStyle/>
          <a:p>
            <a:pPr marL="12700">
              <a:lnSpc>
                <a:spcPct val="100000"/>
              </a:lnSpc>
              <a:spcBef>
                <a:spcPts val="100"/>
              </a:spcBef>
              <a:tabLst>
                <a:tab pos="1837055" algn="l"/>
              </a:tabLst>
            </a:pPr>
            <a:r>
              <a:rPr sz="4000" b="1" spc="160" dirty="0">
                <a:solidFill>
                  <a:schemeClr val="tx1">
                    <a:lumMod val="85000"/>
                    <a:lumOff val="15000"/>
                  </a:schemeClr>
                </a:solidFill>
              </a:rPr>
              <a:t>Space	</a:t>
            </a:r>
            <a:r>
              <a:rPr sz="4000" b="1" dirty="0">
                <a:solidFill>
                  <a:schemeClr val="tx1">
                    <a:lumMod val="85000"/>
                    <a:lumOff val="15000"/>
                  </a:schemeClr>
                </a:solidFill>
              </a:rPr>
              <a:t>&amp;</a:t>
            </a:r>
            <a:r>
              <a:rPr sz="4000" b="1" spc="365" dirty="0">
                <a:solidFill>
                  <a:schemeClr val="tx1">
                    <a:lumMod val="85000"/>
                    <a:lumOff val="15000"/>
                  </a:schemeClr>
                </a:solidFill>
              </a:rPr>
              <a:t> </a:t>
            </a:r>
            <a:r>
              <a:rPr sz="4000" b="1" spc="135" dirty="0">
                <a:solidFill>
                  <a:schemeClr val="tx1">
                    <a:lumMod val="85000"/>
                    <a:lumOff val="15000"/>
                  </a:schemeClr>
                </a:solidFill>
              </a:rPr>
              <a:t>Distance</a:t>
            </a:r>
            <a:endParaRPr sz="4000" b="1">
              <a:solidFill>
                <a:schemeClr val="tx1">
                  <a:lumMod val="85000"/>
                  <a:lumOff val="15000"/>
                </a:schemeClr>
              </a:solidFill>
            </a:endParaRPr>
          </a:p>
        </p:txBody>
      </p:sp>
      <p:sp>
        <p:nvSpPr>
          <p:cNvPr id="3" name="object 3"/>
          <p:cNvSpPr txBox="1"/>
          <p:nvPr/>
        </p:nvSpPr>
        <p:spPr>
          <a:xfrm>
            <a:off x="214313" y="1949450"/>
            <a:ext cx="5129211" cy="2241639"/>
          </a:xfrm>
          <a:prstGeom prst="rect">
            <a:avLst/>
          </a:prstGeom>
        </p:spPr>
        <p:txBody>
          <a:bodyPr vert="horz" wrap="square" lIns="0" tIns="12700" rIns="0" bIns="0" rtlCol="0">
            <a:spAutoFit/>
          </a:bodyPr>
          <a:lstStyle/>
          <a:p>
            <a:pPr marL="392430" indent="-341630">
              <a:lnSpc>
                <a:spcPct val="100000"/>
              </a:lnSpc>
              <a:spcBef>
                <a:spcPts val="100"/>
              </a:spcBef>
              <a:buClr>
                <a:srgbClr val="990000"/>
              </a:buClr>
              <a:buSzPct val="75000"/>
              <a:buFont typeface="UnDotum"/>
              <a:buChar char=""/>
              <a:tabLst>
                <a:tab pos="391795" algn="l"/>
                <a:tab pos="392430" algn="l"/>
              </a:tabLst>
            </a:pPr>
            <a:r>
              <a:rPr sz="2800" b="1" u="heavy" spc="100" dirty="0">
                <a:uFill>
                  <a:solidFill>
                    <a:srgbClr val="000000"/>
                  </a:solidFill>
                </a:uFill>
                <a:latin typeface="Arial" panose="020B0604020202020204"/>
                <a:cs typeface="Arial" panose="020B0604020202020204"/>
              </a:rPr>
              <a:t>Conversational </a:t>
            </a:r>
            <a:r>
              <a:rPr sz="2800" b="1" u="heavy" spc="95" dirty="0">
                <a:uFill>
                  <a:solidFill>
                    <a:srgbClr val="000000"/>
                  </a:solidFill>
                </a:uFill>
                <a:latin typeface="Arial" panose="020B0604020202020204"/>
                <a:cs typeface="Arial" panose="020B0604020202020204"/>
              </a:rPr>
              <a:t>Distance</a:t>
            </a:r>
            <a:r>
              <a:rPr sz="2800" b="1" spc="-390" dirty="0">
                <a:latin typeface="Arial" panose="020B0604020202020204"/>
                <a:cs typeface="Arial" panose="020B0604020202020204"/>
              </a:rPr>
              <a:t> </a:t>
            </a:r>
            <a:r>
              <a:rPr sz="3200" dirty="0">
                <a:latin typeface="Arial" panose="020B0604020202020204"/>
                <a:cs typeface="Arial" panose="020B0604020202020204"/>
              </a:rPr>
              <a:t>:</a:t>
            </a:r>
            <a:endParaRPr sz="3200">
              <a:latin typeface="Arial" panose="020B0604020202020204"/>
              <a:cs typeface="Arial" panose="020B0604020202020204"/>
            </a:endParaRPr>
          </a:p>
          <a:p>
            <a:pPr>
              <a:lnSpc>
                <a:spcPct val="100000"/>
              </a:lnSpc>
              <a:spcBef>
                <a:spcPts val="25"/>
              </a:spcBef>
              <a:buClr>
                <a:srgbClr val="990000"/>
              </a:buClr>
              <a:buFont typeface="UnDotum"/>
              <a:buChar char=""/>
            </a:pPr>
            <a:endParaRPr sz="4700">
              <a:latin typeface="Arial" panose="020B0604020202020204"/>
              <a:cs typeface="Arial" panose="020B0604020202020204"/>
            </a:endParaRPr>
          </a:p>
          <a:p>
            <a:pPr marL="392430" indent="-341630">
              <a:lnSpc>
                <a:spcPct val="100000"/>
              </a:lnSpc>
              <a:buClr>
                <a:srgbClr val="990000"/>
              </a:buClr>
              <a:buSzPct val="75000"/>
              <a:buFont typeface="UnDotum"/>
              <a:buChar char=""/>
              <a:tabLst>
                <a:tab pos="391795" algn="l"/>
                <a:tab pos="392430" algn="l"/>
              </a:tabLst>
            </a:pPr>
            <a:r>
              <a:rPr sz="2800" b="1" u="heavy" spc="70" dirty="0">
                <a:uFill>
                  <a:solidFill>
                    <a:srgbClr val="000000"/>
                  </a:solidFill>
                </a:uFill>
                <a:latin typeface="Arial" panose="020B0604020202020204"/>
                <a:cs typeface="Arial" panose="020B0604020202020204"/>
              </a:rPr>
              <a:t>Public </a:t>
            </a:r>
            <a:r>
              <a:rPr sz="2800" b="1" u="heavy" spc="90" dirty="0">
                <a:uFill>
                  <a:solidFill>
                    <a:srgbClr val="000000"/>
                  </a:solidFill>
                </a:uFill>
                <a:latin typeface="Arial" panose="020B0604020202020204"/>
                <a:cs typeface="Arial" panose="020B0604020202020204"/>
              </a:rPr>
              <a:t>Distance</a:t>
            </a:r>
            <a:r>
              <a:rPr sz="2800" b="1" spc="-325" dirty="0">
                <a:latin typeface="Arial" panose="020B0604020202020204"/>
                <a:cs typeface="Arial" panose="020B0604020202020204"/>
              </a:rPr>
              <a:t> </a:t>
            </a:r>
            <a:r>
              <a:rPr sz="3200" dirty="0">
                <a:latin typeface="Arial" panose="020B0604020202020204"/>
                <a:cs typeface="Arial" panose="020B0604020202020204"/>
              </a:rPr>
              <a:t>:</a:t>
            </a:r>
            <a:endParaRPr sz="3200">
              <a:latin typeface="Arial" panose="020B0604020202020204"/>
              <a:cs typeface="Arial" panose="020B0604020202020204"/>
            </a:endParaRPr>
          </a:p>
          <a:p>
            <a:pPr marL="447040">
              <a:lnSpc>
                <a:spcPct val="100000"/>
              </a:lnSpc>
              <a:spcBef>
                <a:spcPts val="700"/>
              </a:spcBef>
            </a:pPr>
            <a:r>
              <a:rPr sz="2800" spc="-10" dirty="0">
                <a:latin typeface="Arial" panose="020B0604020202020204"/>
                <a:cs typeface="Arial" panose="020B0604020202020204"/>
              </a:rPr>
              <a:t>12 </a:t>
            </a:r>
            <a:r>
              <a:rPr sz="2800" spc="5" dirty="0">
                <a:latin typeface="Arial" panose="020B0604020202020204"/>
                <a:cs typeface="Arial" panose="020B0604020202020204"/>
              </a:rPr>
              <a:t>to </a:t>
            </a:r>
            <a:r>
              <a:rPr sz="2800" spc="-5" dirty="0">
                <a:latin typeface="Arial" panose="020B0604020202020204"/>
                <a:cs typeface="Arial" panose="020B0604020202020204"/>
              </a:rPr>
              <a:t>25</a:t>
            </a:r>
            <a:r>
              <a:rPr sz="2800" spc="-45" dirty="0">
                <a:latin typeface="Arial" panose="020B0604020202020204"/>
                <a:cs typeface="Arial" panose="020B0604020202020204"/>
              </a:rPr>
              <a:t> </a:t>
            </a:r>
            <a:r>
              <a:rPr sz="2800" spc="-15" dirty="0">
                <a:latin typeface="Arial" panose="020B0604020202020204"/>
                <a:cs typeface="Arial" panose="020B0604020202020204"/>
              </a:rPr>
              <a:t>feet</a:t>
            </a:r>
            <a:endParaRPr sz="2800">
              <a:latin typeface="Arial" panose="020B0604020202020204"/>
              <a:cs typeface="Arial" panose="020B0604020202020204"/>
            </a:endParaRPr>
          </a:p>
        </p:txBody>
      </p:sp>
      <p:sp>
        <p:nvSpPr>
          <p:cNvPr id="4" name="object 4"/>
          <p:cNvSpPr/>
          <p:nvPr/>
        </p:nvSpPr>
        <p:spPr>
          <a:xfrm>
            <a:off x="7247890" y="2275839"/>
            <a:ext cx="2880360" cy="1144269"/>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5731509" y="3638550"/>
            <a:ext cx="2096769" cy="1823720"/>
          </a:xfrm>
          <a:prstGeom prst="rect">
            <a:avLst/>
          </a:prstGeom>
          <a:blipFill>
            <a:blip r:embed="rId3" cstate="print"/>
            <a:stretch>
              <a:fillRect/>
            </a:stretch>
          </a:blipFill>
        </p:spPr>
        <p:txBody>
          <a:bodyPr wrap="square" lIns="0" tIns="0" rIns="0" bIns="0" rtlCol="0"/>
          <a:lstStyle/>
          <a:p>
            <a:endParaRPr/>
          </a:p>
        </p:txBody>
      </p:sp>
    </p:spTree>
  </p:cSld>
  <p:clrMapOvr>
    <a:masterClrMapping/>
  </p:clrMapOvr>
  <p:transition>
    <p:spli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625" y="188595"/>
            <a:ext cx="9482455" cy="974725"/>
          </a:xfrm>
        </p:spPr>
        <p:txBody>
          <a:bodyPr/>
          <a:lstStyle/>
          <a:p>
            <a:r>
              <a:rPr lang="en-IN" altLang="en-US" sz="4400" b="1" dirty="0">
                <a:solidFill>
                  <a:schemeClr val="tx1">
                    <a:lumMod val="85000"/>
                    <a:lumOff val="15000"/>
                  </a:schemeClr>
                </a:solidFill>
              </a:rPr>
              <a:t>             </a:t>
            </a:r>
            <a:r>
              <a:rPr lang="en-IN" altLang="en-US" sz="4400" b="1" dirty="0" smtClean="0">
                <a:solidFill>
                  <a:schemeClr val="tx1">
                    <a:lumMod val="85000"/>
                    <a:lumOff val="15000"/>
                  </a:schemeClr>
                </a:solidFill>
              </a:rPr>
              <a:t>PARALANGUAGE(VOICE)</a:t>
            </a:r>
            <a:endParaRPr lang="en-IN" altLang="en-US" sz="4400" b="1" dirty="0">
              <a:solidFill>
                <a:schemeClr val="tx1">
                  <a:lumMod val="85000"/>
                  <a:lumOff val="15000"/>
                </a:schemeClr>
              </a:solidFill>
            </a:endParaRPr>
          </a:p>
        </p:txBody>
      </p:sp>
      <p:sp>
        <p:nvSpPr>
          <p:cNvPr id="3" name="Text Placeholder 2"/>
          <p:cNvSpPr>
            <a:spLocks noGrp="1"/>
          </p:cNvSpPr>
          <p:nvPr>
            <p:ph type="body" idx="1"/>
          </p:nvPr>
        </p:nvSpPr>
        <p:spPr>
          <a:xfrm>
            <a:off x="544830" y="1265555"/>
            <a:ext cx="9208770" cy="5323205"/>
          </a:xfrm>
        </p:spPr>
        <p:txBody>
          <a:bodyPr/>
          <a:lstStyle/>
          <a:p>
            <a:pPr marL="457200" indent="-457200">
              <a:buFont typeface="Arial" panose="020B0604020202020204" pitchFamily="34" charset="0"/>
              <a:buChar char="•"/>
            </a:pPr>
            <a:r>
              <a:rPr lang="en-IN" altLang="en-US" sz="2800" dirty="0" smtClean="0">
                <a:solidFill>
                  <a:srgbClr val="FF0000"/>
                </a:solidFill>
              </a:rPr>
              <a:t>“</a:t>
            </a:r>
            <a:r>
              <a:rPr lang="en-US" sz="2800" dirty="0" smtClean="0">
                <a:solidFill>
                  <a:srgbClr val="FF0000"/>
                </a:solidFill>
              </a:rPr>
              <a:t>It’s </a:t>
            </a:r>
            <a:r>
              <a:rPr lang="en-US" sz="2800" dirty="0">
                <a:solidFill>
                  <a:srgbClr val="FF0000"/>
                </a:solidFill>
              </a:rPr>
              <a:t>not just what you say, it’s </a:t>
            </a:r>
            <a:r>
              <a:rPr lang="en-US" sz="2800" b="1" i="1" dirty="0">
                <a:solidFill>
                  <a:srgbClr val="FF0000"/>
                </a:solidFill>
              </a:rPr>
              <a:t>how</a:t>
            </a:r>
            <a:r>
              <a:rPr lang="en-US" sz="2800" dirty="0">
                <a:solidFill>
                  <a:srgbClr val="FF0000"/>
                </a:solidFill>
              </a:rPr>
              <a:t> you say it</a:t>
            </a:r>
            <a:r>
              <a:rPr lang="en-IN" altLang="en-US" sz="2800" dirty="0">
                <a:solidFill>
                  <a:srgbClr val="FF0000"/>
                </a:solidFill>
              </a:rPr>
              <a:t>”</a:t>
            </a:r>
            <a:r>
              <a:rPr lang="en-US" sz="2800" dirty="0">
                <a:solidFill>
                  <a:srgbClr val="7030A0"/>
                </a:solidFill>
              </a:rPr>
              <a:t>. When you speak, other people “read” your voice in addition to listening to your words. </a:t>
            </a:r>
            <a:endParaRPr lang="en-US" sz="2800" dirty="0" smtClean="0">
              <a:solidFill>
                <a:srgbClr val="7030A0"/>
              </a:solidFill>
            </a:endParaRPr>
          </a:p>
          <a:p>
            <a:pPr marL="0" indent="0">
              <a:buNone/>
            </a:pPr>
            <a:endParaRPr lang="en-US" sz="2800" dirty="0">
              <a:solidFill>
                <a:srgbClr val="7030A0"/>
              </a:solidFill>
            </a:endParaRPr>
          </a:p>
          <a:p>
            <a:pPr marL="457200" indent="-457200">
              <a:buFont typeface="Arial" panose="020B0604020202020204" pitchFamily="34" charset="0"/>
              <a:buChar char="•"/>
            </a:pPr>
            <a:r>
              <a:rPr lang="en-US" sz="2800" dirty="0" smtClean="0">
                <a:solidFill>
                  <a:srgbClr val="7030A0"/>
                </a:solidFill>
              </a:rPr>
              <a:t>Things </a:t>
            </a:r>
            <a:r>
              <a:rPr lang="en-US" sz="2800" dirty="0">
                <a:solidFill>
                  <a:srgbClr val="7030A0"/>
                </a:solidFill>
              </a:rPr>
              <a:t>they pay attention to include your timing and pace, how loud you speak, your tone and inflection, and sounds that convey </a:t>
            </a:r>
            <a:r>
              <a:rPr lang="en-US" sz="2800" dirty="0" smtClean="0">
                <a:solidFill>
                  <a:srgbClr val="7030A0"/>
                </a:solidFill>
              </a:rPr>
              <a:t>understanding. Think </a:t>
            </a:r>
            <a:r>
              <a:rPr lang="en-US" sz="2800" dirty="0">
                <a:solidFill>
                  <a:srgbClr val="7030A0"/>
                </a:solidFill>
              </a:rPr>
              <a:t>about how your tone of voice can indicate sarcasm, anger, affection, or confidence.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38475" y="268605"/>
            <a:ext cx="4928235" cy="628015"/>
          </a:xfrm>
          <a:prstGeom prst="rect">
            <a:avLst/>
          </a:prstGeom>
        </p:spPr>
        <p:txBody>
          <a:bodyPr vert="horz" wrap="square" lIns="0" tIns="12700" rIns="0" bIns="0" rtlCol="0">
            <a:spAutoFit/>
          </a:bodyPr>
          <a:lstStyle/>
          <a:p>
            <a:pPr marL="12700">
              <a:lnSpc>
                <a:spcPct val="100000"/>
              </a:lnSpc>
              <a:spcBef>
                <a:spcPts val="100"/>
              </a:spcBef>
            </a:pPr>
            <a:r>
              <a:rPr sz="4000" b="1" i="1" spc="185" dirty="0">
                <a:latin typeface="Arial" panose="020B0604020202020204"/>
                <a:cs typeface="Arial" panose="020B0604020202020204"/>
              </a:rPr>
              <a:t>P</a:t>
            </a:r>
            <a:r>
              <a:rPr lang="en-IN" sz="4000" b="1" i="1" spc="185" dirty="0">
                <a:latin typeface="Arial" panose="020B0604020202020204"/>
                <a:cs typeface="Arial" panose="020B0604020202020204"/>
              </a:rPr>
              <a:t>ARALANGUAGE</a:t>
            </a:r>
          </a:p>
        </p:txBody>
      </p:sp>
      <p:sp>
        <p:nvSpPr>
          <p:cNvPr id="3" name="object 3"/>
          <p:cNvSpPr txBox="1"/>
          <p:nvPr/>
        </p:nvSpPr>
        <p:spPr>
          <a:xfrm>
            <a:off x="512445" y="1168400"/>
            <a:ext cx="9653905" cy="3688080"/>
          </a:xfrm>
          <a:prstGeom prst="rect">
            <a:avLst/>
          </a:prstGeom>
        </p:spPr>
        <p:txBody>
          <a:bodyPr vert="horz" wrap="square" lIns="0" tIns="12700" rIns="0" bIns="0" rtlCol="0">
            <a:spAutoFit/>
          </a:bodyPr>
          <a:lstStyle/>
          <a:p>
            <a:pPr marL="335280" marR="1010920" indent="-297180">
              <a:lnSpc>
                <a:spcPct val="121000"/>
              </a:lnSpc>
              <a:spcBef>
                <a:spcPts val="100"/>
              </a:spcBef>
              <a:buClr>
                <a:srgbClr val="990000"/>
              </a:buClr>
              <a:buSzPct val="75000"/>
              <a:buFont typeface="UnDotum"/>
              <a:buChar char=""/>
              <a:tabLst>
                <a:tab pos="379095" algn="l"/>
                <a:tab pos="379730" algn="l"/>
              </a:tabLst>
            </a:pPr>
            <a:r>
              <a:rPr dirty="0">
                <a:solidFill>
                  <a:srgbClr val="FF0000"/>
                </a:solidFill>
              </a:rPr>
              <a:t>	</a:t>
            </a:r>
            <a:r>
              <a:rPr sz="2800" spc="-10" dirty="0">
                <a:solidFill>
                  <a:srgbClr val="FF0000"/>
                </a:solidFill>
                <a:latin typeface="Arial" panose="020B0604020202020204"/>
                <a:cs typeface="Arial" panose="020B0604020202020204"/>
              </a:rPr>
              <a:t>Paralanguage </a:t>
            </a:r>
            <a:r>
              <a:rPr sz="2800" spc="-15" dirty="0">
                <a:solidFill>
                  <a:srgbClr val="FF0000"/>
                </a:solidFill>
                <a:latin typeface="Arial" panose="020B0604020202020204"/>
                <a:cs typeface="Arial" panose="020B0604020202020204"/>
              </a:rPr>
              <a:t>is </a:t>
            </a:r>
            <a:r>
              <a:rPr sz="2800" spc="-10" dirty="0">
                <a:solidFill>
                  <a:srgbClr val="FF0000"/>
                </a:solidFill>
                <a:latin typeface="Arial" panose="020B0604020202020204"/>
                <a:cs typeface="Arial" panose="020B0604020202020204"/>
              </a:rPr>
              <a:t>almost </a:t>
            </a:r>
            <a:r>
              <a:rPr sz="2800" spc="-15" dirty="0">
                <a:solidFill>
                  <a:srgbClr val="FF0000"/>
                </a:solidFill>
                <a:latin typeface="Arial" panose="020B0604020202020204"/>
                <a:cs typeface="Arial" panose="020B0604020202020204"/>
              </a:rPr>
              <a:t>similar </a:t>
            </a:r>
            <a:r>
              <a:rPr sz="2800" dirty="0">
                <a:solidFill>
                  <a:srgbClr val="FF0000"/>
                </a:solidFill>
                <a:latin typeface="Arial" panose="020B0604020202020204"/>
                <a:cs typeface="Arial" panose="020B0604020202020204"/>
              </a:rPr>
              <a:t>to </a:t>
            </a:r>
            <a:r>
              <a:rPr sz="2800" spc="-5" dirty="0">
                <a:solidFill>
                  <a:srgbClr val="FF0000"/>
                </a:solidFill>
                <a:latin typeface="Arial" panose="020B0604020202020204"/>
                <a:cs typeface="Arial" panose="020B0604020202020204"/>
              </a:rPr>
              <a:t>verbal  </a:t>
            </a:r>
            <a:r>
              <a:rPr sz="2800" spc="-15" dirty="0">
                <a:solidFill>
                  <a:srgbClr val="FF0000"/>
                </a:solidFill>
                <a:latin typeface="Arial" panose="020B0604020202020204"/>
                <a:cs typeface="Arial" panose="020B0604020202020204"/>
              </a:rPr>
              <a:t>communication.</a:t>
            </a:r>
            <a:endParaRPr sz="2800" dirty="0">
              <a:solidFill>
                <a:srgbClr val="FF0000"/>
              </a:solidFill>
              <a:latin typeface="Arial" panose="020B0604020202020204"/>
              <a:cs typeface="Arial" panose="020B0604020202020204"/>
            </a:endParaRPr>
          </a:p>
          <a:p>
            <a:pPr marL="379730" indent="-341630">
              <a:lnSpc>
                <a:spcPct val="100000"/>
              </a:lnSpc>
              <a:spcBef>
                <a:spcPts val="690"/>
              </a:spcBef>
              <a:buClr>
                <a:srgbClr val="990000"/>
              </a:buClr>
              <a:buSzPct val="75000"/>
              <a:buFont typeface="UnDotum"/>
              <a:buChar char=""/>
              <a:tabLst>
                <a:tab pos="379095" algn="l"/>
                <a:tab pos="379730" algn="l"/>
              </a:tabLst>
            </a:pPr>
            <a:r>
              <a:rPr sz="2800" spc="-10" dirty="0">
                <a:solidFill>
                  <a:srgbClr val="FF0000"/>
                </a:solidFill>
                <a:latin typeface="Arial" panose="020B0604020202020204"/>
                <a:cs typeface="Arial" panose="020B0604020202020204"/>
              </a:rPr>
              <a:t>Language </a:t>
            </a:r>
            <a:r>
              <a:rPr sz="2800" spc="-15" dirty="0">
                <a:solidFill>
                  <a:srgbClr val="FF0000"/>
                </a:solidFill>
                <a:latin typeface="Arial" panose="020B0604020202020204"/>
                <a:cs typeface="Arial" panose="020B0604020202020204"/>
              </a:rPr>
              <a:t>deals </a:t>
            </a:r>
            <a:r>
              <a:rPr sz="2800" spc="-5" dirty="0">
                <a:solidFill>
                  <a:srgbClr val="FF0000"/>
                </a:solidFill>
                <a:latin typeface="Arial" panose="020B0604020202020204"/>
                <a:cs typeface="Arial" panose="020B0604020202020204"/>
              </a:rPr>
              <a:t>with </a:t>
            </a:r>
            <a:r>
              <a:rPr sz="2800" b="1" i="1" spc="85" dirty="0">
                <a:solidFill>
                  <a:srgbClr val="FF0000"/>
                </a:solidFill>
                <a:latin typeface="Arial" panose="020B0604020202020204"/>
                <a:cs typeface="Arial" panose="020B0604020202020204"/>
              </a:rPr>
              <a:t>‘what </a:t>
            </a:r>
            <a:r>
              <a:rPr sz="2800" b="1" i="1" spc="35" dirty="0">
                <a:solidFill>
                  <a:srgbClr val="FF0000"/>
                </a:solidFill>
                <a:latin typeface="Arial" panose="020B0604020202020204"/>
                <a:cs typeface="Arial" panose="020B0604020202020204"/>
              </a:rPr>
              <a:t>is</a:t>
            </a:r>
            <a:r>
              <a:rPr sz="2800" b="1" i="1" spc="505" dirty="0">
                <a:solidFill>
                  <a:srgbClr val="FF0000"/>
                </a:solidFill>
                <a:latin typeface="Arial" panose="020B0604020202020204"/>
                <a:cs typeface="Arial" panose="020B0604020202020204"/>
              </a:rPr>
              <a:t> </a:t>
            </a:r>
            <a:r>
              <a:rPr sz="2800" b="1" i="1" spc="95" dirty="0">
                <a:solidFill>
                  <a:srgbClr val="FF0000"/>
                </a:solidFill>
                <a:latin typeface="Arial" panose="020B0604020202020204"/>
                <a:cs typeface="Arial" panose="020B0604020202020204"/>
              </a:rPr>
              <a:t>said</a:t>
            </a:r>
            <a:r>
              <a:rPr sz="2800" spc="95" dirty="0">
                <a:solidFill>
                  <a:srgbClr val="FF0000"/>
                </a:solidFill>
                <a:latin typeface="Arial" panose="020B0604020202020204"/>
                <a:cs typeface="Arial" panose="020B0604020202020204"/>
              </a:rPr>
              <a:t>’</a:t>
            </a:r>
            <a:endParaRPr sz="2800" dirty="0">
              <a:solidFill>
                <a:srgbClr val="FF0000"/>
              </a:solidFill>
              <a:latin typeface="Arial" panose="020B0604020202020204"/>
              <a:cs typeface="Arial" panose="020B0604020202020204"/>
            </a:endParaRPr>
          </a:p>
          <a:p>
            <a:pPr marL="379730" indent="-341630">
              <a:lnSpc>
                <a:spcPct val="100000"/>
              </a:lnSpc>
              <a:spcBef>
                <a:spcPts val="700"/>
              </a:spcBef>
              <a:buClr>
                <a:srgbClr val="990000"/>
              </a:buClr>
              <a:buSzPct val="75000"/>
              <a:buFont typeface="UnDotum"/>
              <a:buChar char=""/>
              <a:tabLst>
                <a:tab pos="379095" algn="l"/>
                <a:tab pos="379730" algn="l"/>
              </a:tabLst>
            </a:pPr>
            <a:r>
              <a:rPr sz="2800" spc="-10" dirty="0">
                <a:solidFill>
                  <a:srgbClr val="FF0000"/>
                </a:solidFill>
                <a:latin typeface="Arial" panose="020B0604020202020204"/>
                <a:cs typeface="Arial" panose="020B0604020202020204"/>
              </a:rPr>
              <a:t>Paralanguage </a:t>
            </a:r>
            <a:r>
              <a:rPr sz="2800" spc="-15" dirty="0">
                <a:solidFill>
                  <a:srgbClr val="FF0000"/>
                </a:solidFill>
                <a:latin typeface="Arial" panose="020B0604020202020204"/>
                <a:cs typeface="Arial" panose="020B0604020202020204"/>
              </a:rPr>
              <a:t>deals </a:t>
            </a:r>
            <a:r>
              <a:rPr sz="2800" spc="-5" dirty="0">
                <a:solidFill>
                  <a:srgbClr val="FF0000"/>
                </a:solidFill>
                <a:latin typeface="Arial" panose="020B0604020202020204"/>
                <a:cs typeface="Arial" panose="020B0604020202020204"/>
              </a:rPr>
              <a:t>with </a:t>
            </a:r>
            <a:r>
              <a:rPr sz="2800" b="1" i="1" spc="50" dirty="0">
                <a:solidFill>
                  <a:srgbClr val="FF0000"/>
                </a:solidFill>
                <a:latin typeface="Arial" panose="020B0604020202020204"/>
                <a:cs typeface="Arial" panose="020B0604020202020204"/>
              </a:rPr>
              <a:t>’how </a:t>
            </a:r>
            <a:r>
              <a:rPr sz="2800" b="1" i="1" spc="35" dirty="0">
                <a:solidFill>
                  <a:srgbClr val="FF0000"/>
                </a:solidFill>
                <a:latin typeface="Arial" panose="020B0604020202020204"/>
                <a:cs typeface="Arial" panose="020B0604020202020204"/>
              </a:rPr>
              <a:t>it </a:t>
            </a:r>
            <a:r>
              <a:rPr sz="2800" b="1" i="1" spc="35" dirty="0" smtClean="0">
                <a:solidFill>
                  <a:srgbClr val="FF0000"/>
                </a:solidFill>
                <a:latin typeface="Arial" panose="020B0604020202020204"/>
                <a:cs typeface="Arial" panose="020B0604020202020204"/>
              </a:rPr>
              <a:t>is</a:t>
            </a:r>
            <a:r>
              <a:rPr lang="en-US" sz="2800" b="1" i="1" spc="35" dirty="0" smtClean="0">
                <a:solidFill>
                  <a:srgbClr val="FF0000"/>
                </a:solidFill>
                <a:latin typeface="Arial" panose="020B0604020202020204"/>
                <a:cs typeface="Arial" panose="020B0604020202020204"/>
              </a:rPr>
              <a:t> </a:t>
            </a:r>
            <a:r>
              <a:rPr sz="2800" b="1" i="1" spc="95" dirty="0" smtClean="0">
                <a:solidFill>
                  <a:srgbClr val="FF0000"/>
                </a:solidFill>
                <a:latin typeface="Arial" panose="020B0604020202020204"/>
                <a:cs typeface="Arial" panose="020B0604020202020204"/>
              </a:rPr>
              <a:t>said</a:t>
            </a:r>
            <a:r>
              <a:rPr sz="2800" spc="95" dirty="0">
                <a:solidFill>
                  <a:srgbClr val="FF0000"/>
                </a:solidFill>
                <a:latin typeface="Arial" panose="020B0604020202020204"/>
                <a:cs typeface="Arial" panose="020B0604020202020204"/>
              </a:rPr>
              <a:t>’</a:t>
            </a:r>
            <a:endParaRPr sz="2800" dirty="0">
              <a:solidFill>
                <a:srgbClr val="FF0000"/>
              </a:solidFill>
              <a:latin typeface="Arial" panose="020B0604020202020204"/>
              <a:cs typeface="Arial" panose="020B0604020202020204"/>
            </a:endParaRPr>
          </a:p>
          <a:p>
            <a:pPr marL="335280" marR="30480" indent="-297180">
              <a:lnSpc>
                <a:spcPts val="4060"/>
              </a:lnSpc>
              <a:spcBef>
                <a:spcPts val="240"/>
              </a:spcBef>
              <a:buClr>
                <a:srgbClr val="990000"/>
              </a:buClr>
              <a:buSzPct val="75000"/>
              <a:buFont typeface="UnDotum"/>
              <a:buChar char=""/>
              <a:tabLst>
                <a:tab pos="379095" algn="l"/>
                <a:tab pos="379730" algn="l"/>
              </a:tabLst>
            </a:pPr>
            <a:r>
              <a:rPr dirty="0">
                <a:solidFill>
                  <a:srgbClr val="FF0000"/>
                </a:solidFill>
              </a:rPr>
              <a:t>	</a:t>
            </a:r>
            <a:r>
              <a:rPr sz="2800" spc="-5" dirty="0">
                <a:solidFill>
                  <a:srgbClr val="FF0000"/>
                </a:solidFill>
                <a:latin typeface="Arial" panose="020B0604020202020204"/>
                <a:cs typeface="Arial" panose="020B0604020202020204"/>
              </a:rPr>
              <a:t>It </a:t>
            </a:r>
            <a:r>
              <a:rPr sz="2800" spc="-20" dirty="0">
                <a:solidFill>
                  <a:srgbClr val="FF0000"/>
                </a:solidFill>
                <a:latin typeface="Arial" panose="020B0604020202020204"/>
                <a:cs typeface="Arial" panose="020B0604020202020204"/>
              </a:rPr>
              <a:t>is </a:t>
            </a:r>
            <a:r>
              <a:rPr sz="2800" dirty="0">
                <a:solidFill>
                  <a:srgbClr val="FF0000"/>
                </a:solidFill>
                <a:latin typeface="Arial" panose="020B0604020202020204"/>
                <a:cs typeface="Arial" panose="020B0604020202020204"/>
              </a:rPr>
              <a:t>a </a:t>
            </a:r>
            <a:r>
              <a:rPr sz="2800" spc="5" dirty="0">
                <a:solidFill>
                  <a:srgbClr val="FF0000"/>
                </a:solidFill>
                <a:latin typeface="Arial" panose="020B0604020202020204"/>
                <a:cs typeface="Arial" panose="020B0604020202020204"/>
              </a:rPr>
              <a:t>type </a:t>
            </a:r>
            <a:r>
              <a:rPr sz="2800" spc="-10" dirty="0">
                <a:solidFill>
                  <a:srgbClr val="FF0000"/>
                </a:solidFill>
                <a:latin typeface="Arial" panose="020B0604020202020204"/>
                <a:cs typeface="Arial" panose="020B0604020202020204"/>
              </a:rPr>
              <a:t>of non-verbal </a:t>
            </a:r>
            <a:r>
              <a:rPr sz="2800" spc="-15" dirty="0">
                <a:solidFill>
                  <a:srgbClr val="FF0000"/>
                </a:solidFill>
                <a:latin typeface="Arial" panose="020B0604020202020204"/>
                <a:cs typeface="Arial" panose="020B0604020202020204"/>
              </a:rPr>
              <a:t>communication </a:t>
            </a:r>
            <a:r>
              <a:rPr sz="2800" spc="-10" dirty="0">
                <a:solidFill>
                  <a:srgbClr val="FF0000"/>
                </a:solidFill>
                <a:latin typeface="Arial" panose="020B0604020202020204"/>
                <a:cs typeface="Arial" panose="020B0604020202020204"/>
              </a:rPr>
              <a:t>which  </a:t>
            </a:r>
            <a:r>
              <a:rPr sz="2800" spc="-20" dirty="0">
                <a:solidFill>
                  <a:srgbClr val="FF0000"/>
                </a:solidFill>
                <a:latin typeface="Arial" panose="020B0604020202020204"/>
                <a:cs typeface="Arial" panose="020B0604020202020204"/>
              </a:rPr>
              <a:t>includes </a:t>
            </a:r>
            <a:r>
              <a:rPr sz="2800" dirty="0">
                <a:solidFill>
                  <a:srgbClr val="FF0000"/>
                </a:solidFill>
                <a:latin typeface="Arial" panose="020B0604020202020204"/>
                <a:cs typeface="Arial" panose="020B0604020202020204"/>
              </a:rPr>
              <a:t>– </a:t>
            </a:r>
            <a:r>
              <a:rPr sz="2800" i="1" dirty="0">
                <a:solidFill>
                  <a:srgbClr val="FF0000"/>
                </a:solidFill>
                <a:latin typeface="Arial" panose="020B0604020202020204"/>
                <a:cs typeface="Arial" panose="020B0604020202020204"/>
              </a:rPr>
              <a:t>articulation, pronunciation, volume,  </a:t>
            </a:r>
            <a:r>
              <a:rPr sz="2800" i="1" spc="-5" dirty="0">
                <a:solidFill>
                  <a:srgbClr val="FF0000"/>
                </a:solidFill>
                <a:latin typeface="Arial" panose="020B0604020202020204"/>
                <a:cs typeface="Arial" panose="020B0604020202020204"/>
              </a:rPr>
              <a:t>pitch, rate </a:t>
            </a:r>
            <a:r>
              <a:rPr sz="2800" i="1" dirty="0">
                <a:solidFill>
                  <a:srgbClr val="FF0000"/>
                </a:solidFill>
                <a:latin typeface="Arial" panose="020B0604020202020204"/>
                <a:cs typeface="Arial" panose="020B0604020202020204"/>
              </a:rPr>
              <a:t>and other vocal</a:t>
            </a:r>
            <a:r>
              <a:rPr sz="2800" i="1" spc="5" dirty="0">
                <a:solidFill>
                  <a:srgbClr val="FF0000"/>
                </a:solidFill>
                <a:latin typeface="Arial" panose="020B0604020202020204"/>
                <a:cs typeface="Arial" panose="020B0604020202020204"/>
              </a:rPr>
              <a:t> qualities</a:t>
            </a:r>
            <a:r>
              <a:rPr sz="2800" spc="5" dirty="0">
                <a:solidFill>
                  <a:srgbClr val="FF0000"/>
                </a:solidFill>
                <a:latin typeface="Arial" panose="020B0604020202020204"/>
                <a:cs typeface="Arial" panose="020B0604020202020204"/>
              </a:rPr>
              <a:t>.</a:t>
            </a:r>
          </a:p>
        </p:txBody>
      </p:sp>
    </p:spTree>
  </p:cSld>
  <p:clrMapOvr>
    <a:masterClrMapping/>
  </p:clrMapOvr>
  <p:transition>
    <p:zoom/>
  </p:transition>
</p:sld>
</file>

<file path=ppt/theme/theme1.xml><?xml version="1.0" encoding="utf-8"?>
<a:theme xmlns:a="http://schemas.openxmlformats.org/drawingml/2006/main" name="Data Pie Charts">
  <a:themeElements>
    <a:clrScheme name="Data Pie Charts 13">
      <a:dk1>
        <a:srgbClr val="000000"/>
      </a:dk1>
      <a:lt1>
        <a:srgbClr val="FFFFFF"/>
      </a:lt1>
      <a:dk2>
        <a:srgbClr val="000000"/>
      </a:dk2>
      <a:lt2>
        <a:srgbClr val="969696"/>
      </a:lt2>
      <a:accent1>
        <a:srgbClr val="009900"/>
      </a:accent1>
      <a:accent2>
        <a:srgbClr val="99CC00"/>
      </a:accent2>
      <a:accent3>
        <a:srgbClr val="FFFFFF"/>
      </a:accent3>
      <a:accent4>
        <a:srgbClr val="000000"/>
      </a:accent4>
      <a:accent5>
        <a:srgbClr val="AACAAA"/>
      </a:accent5>
      <a:accent6>
        <a:srgbClr val="8AB900"/>
      </a:accent6>
      <a:hlink>
        <a:srgbClr val="CC3300"/>
      </a:hlink>
      <a:folHlink>
        <a:srgbClr val="996600"/>
      </a:folHlink>
    </a:clrScheme>
    <a:fontScheme name="Data Pie Chart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Data Pie Chart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ata Pie Chart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ata Pie Chart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ata Pie Chart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ata Pie Chart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ata Pie Chart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ata Pie Chart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ata Pie Chart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ata Pie Chart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ata Pie Chart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ata Pie Chart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ata Pie Chart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Data Pie Charts 13">
        <a:dk1>
          <a:srgbClr val="000000"/>
        </a:dk1>
        <a:lt1>
          <a:srgbClr val="FFFFFF"/>
        </a:lt1>
        <a:dk2>
          <a:srgbClr val="000000"/>
        </a:dk2>
        <a:lt2>
          <a:srgbClr val="969696"/>
        </a:lt2>
        <a:accent1>
          <a:srgbClr val="009900"/>
        </a:accent1>
        <a:accent2>
          <a:srgbClr val="99CC00"/>
        </a:accent2>
        <a:accent3>
          <a:srgbClr val="FFFFFF"/>
        </a:accent3>
        <a:accent4>
          <a:srgbClr val="000000"/>
        </a:accent4>
        <a:accent5>
          <a:srgbClr val="AACAAA"/>
        </a:accent5>
        <a:accent6>
          <a:srgbClr val="8AB900"/>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TotalTime>
  <Words>680</Words>
  <Application>WPS Presentation</Application>
  <PresentationFormat>Custom</PresentationFormat>
  <Paragraphs>87</Paragraphs>
  <Slides>20</Slides>
  <Notes>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Data Pie Charts</vt:lpstr>
      <vt:lpstr>TYPES OF COMMUNICATION</vt:lpstr>
      <vt:lpstr>ON THE BASIS OF EXPRESSION /METHOD</vt:lpstr>
      <vt:lpstr>     VERBAL COMMUNICATION</vt:lpstr>
      <vt:lpstr>      i - ORAL COMMUNICATION</vt:lpstr>
      <vt:lpstr>  ii - WRITTEN COMMUNICATION</vt:lpstr>
      <vt:lpstr>    NON- VERBAL COMMUNICATION</vt:lpstr>
      <vt:lpstr>Slide 7</vt:lpstr>
      <vt:lpstr>BODY MOVEMENT AND POSTURE KINESICS</vt:lpstr>
      <vt:lpstr>FORMS OF NON-VERBAL COMMUNICATION</vt:lpstr>
      <vt:lpstr>FORMS OF NON-VERBAL COMMUNICATION </vt:lpstr>
      <vt:lpstr>FACIAL EXPRESSION </vt:lpstr>
      <vt:lpstr>          GESTURES</vt:lpstr>
      <vt:lpstr>        EYE CONTACT</vt:lpstr>
      <vt:lpstr>            SPACE(PROXEMICS)</vt:lpstr>
      <vt:lpstr>SPACE AND DISTANCE  (Proxemics)</vt:lpstr>
      <vt:lpstr>Space</vt:lpstr>
      <vt:lpstr>Slide 17</vt:lpstr>
      <vt:lpstr>Space &amp; Distance</vt:lpstr>
      <vt:lpstr>             PARALANGUAGE(VOICE)</vt:lpstr>
      <vt:lpstr>PARALANGUAGE</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TYPES OF COMMUNICATION</dc:title>
  <dc:creator/>
  <cp:lastModifiedBy>13934</cp:lastModifiedBy>
  <cp:revision>46</cp:revision>
  <dcterms:created xsi:type="dcterms:W3CDTF">2021-01-07T10:13:00Z</dcterms:created>
  <dcterms:modified xsi:type="dcterms:W3CDTF">2022-12-22T04:58:55Z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1033-11.2.0.9906</vt:lpwstr>
  </property>
</Properties>
</file>