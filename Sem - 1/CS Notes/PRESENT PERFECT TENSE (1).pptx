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2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20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pPr/>
              <a:t>6/15/2021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7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PRESENT PERFECT TENSE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7404" y="263397"/>
            <a:ext cx="778446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0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PRESENT PERFECT  </a:t>
            </a:r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5546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 algn="just">
              <a:spcBef>
                <a:spcPts val="105"/>
              </a:spcBef>
            </a:pP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It is used to talk about experiences, achievements and recently completed actions.</a:t>
            </a:r>
          </a:p>
          <a:p>
            <a:pPr marL="355600" marR="5080" indent="1485265" algn="just">
              <a:spcBef>
                <a:spcPts val="105"/>
              </a:spcBef>
            </a:pP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For</a:t>
            </a: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Example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  <a:sym typeface="+mn-ea"/>
              </a:rPr>
              <a:t> 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1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 I have seen the Taj Mahal.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2.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She has done B.E.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3. We have taken breakfast.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080" y="1371600"/>
            <a:ext cx="10896600" cy="3116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kumimoji="0" lang="en-US" sz="4000" b="0" i="0" u="none" strike="noStrike" kern="1200" cap="none" spc="-9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KEY</a:t>
            </a:r>
            <a:r>
              <a:rPr kumimoji="0" lang="en-US" sz="4000" b="0" i="0" u="none" strike="noStrike" kern="1200" cap="none" spc="-9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WORDS</a:t>
            </a:r>
            <a:r>
              <a:rPr lang="en-US" sz="40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</a:p>
          <a:p>
            <a:pPr marL="12700" algn="ctr">
              <a:spcBef>
                <a:spcPts val="100"/>
              </a:spcBef>
              <a:defRPr/>
            </a:pPr>
            <a:r>
              <a:rPr lang="en-US" sz="40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RECENTLY</a:t>
            </a:r>
            <a:r>
              <a:rPr lang="en-US" sz="40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, </a:t>
            </a:r>
            <a:r>
              <a:rPr lang="en-US" sz="40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SO FAR,SINCE,FOR</a:t>
            </a:r>
          </a:p>
          <a:p>
            <a:pPr marL="12700" algn="ctr">
              <a:spcBef>
                <a:spcPts val="100"/>
              </a:spcBef>
              <a:defRPr/>
            </a:pPr>
            <a:r>
              <a:rPr lang="en-US" sz="40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,EVER,NEVER,ALREADY,YET,JUST,JUST NOW,ETC</a:t>
            </a:r>
            <a:endParaRPr lang="en-IN" sz="4000" spc="-5" dirty="0" smtClean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1120" y="1965960"/>
            <a:ext cx="9494520" cy="22012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>
              <a:spcBef>
                <a:spcPts val="105"/>
              </a:spcBef>
            </a:pPr>
            <a:endParaRPr lang="en-IN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355600" marR="5080" indent="1485265" algn="just">
              <a:spcBef>
                <a:spcPts val="105"/>
              </a:spcBef>
            </a:pP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 smtClean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SENTENCE STRUCTURE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336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Subject +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have/has + verb(V3)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+other words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I have taken lunch.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38935" y="1642745"/>
            <a:ext cx="8457565" cy="5240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SINGULAR                    PLURAL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              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F.P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I </a:t>
            </a:r>
            <a:r>
              <a:rPr lang="en-IN" alt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have    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We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have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S.P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have</a:t>
            </a:r>
            <a:r>
              <a:rPr lang="en-GB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have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T.P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He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has</a:t>
            </a:r>
            <a:r>
              <a:rPr lang="en-GB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   </a:t>
            </a:r>
            <a:endParaRPr lang="en-IN" altLang="en-US" sz="3200" spc="-5" dirty="0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She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has</a:t>
            </a:r>
            <a:r>
              <a:rPr lang="en-GB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   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They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have</a:t>
            </a:r>
            <a:endParaRPr lang="en-IN" altLang="en-US" sz="3200" spc="-5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It </a:t>
            </a:r>
            <a:r>
              <a:rPr lang="en-IN" altLang="en-US" sz="3200" spc="-5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Verdana" panose="020B0604030504040204"/>
                <a:cs typeface="Verdana" panose="020B0604030504040204"/>
              </a:rPr>
              <a:t>has</a:t>
            </a:r>
            <a:endParaRPr lang="en-IN" altLang="en-US" sz="32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INTERROGATIVE &amp; NEGATIVE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SENTENCE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3745" y="1642745"/>
            <a:ext cx="8558530" cy="691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Have/Has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Subject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Verb(V3)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+other words?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She has done B.E.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Has she done B.E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?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Yes,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She has done B.E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.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No, </a:t>
            </a:r>
            <a:r>
              <a:rPr lang="en-IN" alt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She has not done B.E.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 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7280" y="1085850"/>
            <a:ext cx="9570085" cy="91031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Fill in the blanks with appropriate verb form.</a:t>
            </a: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1</a:t>
            </a: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.</a:t>
            </a: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 We </a:t>
            </a: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___</a:t>
            </a: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  (see) him before.</a:t>
            </a: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2. You ____ (buy) 4 cars so far.</a:t>
            </a: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3. There  ____  (be) problems.</a:t>
            </a: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4. 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She_____already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_____(leave)</a:t>
            </a: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5. 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The flight ____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not______yet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.(arrive)</a:t>
            </a: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6. 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They _____the Secretary of the debating society just now.(meet)</a:t>
            </a: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7._____you 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ever_______The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Taj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Mahal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?(visit)</a:t>
            </a: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8. She ______ (wear) that skirt many times.</a:t>
            </a: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9. 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My 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friend_______just</a:t>
            </a:r>
            <a:r>
              <a:rPr lang="en-IN" sz="2400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________an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S.S.C exam.(pass)</a:t>
            </a:r>
            <a:endParaRPr lang="en-IN" sz="2400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10. I  ______already______.(eat)</a:t>
            </a: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11</a:t>
            </a: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. 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Recently, 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Marta</a:t>
            </a: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 _____ 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back home</a:t>
            </a:r>
            <a:r>
              <a:rPr lang="en-IN" sz="2400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.(come)</a:t>
            </a: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/>
            </a:r>
            <a:b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</a:b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/>
            </a:r>
            <a:b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</a:b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/>
            </a:r>
            <a:b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</a:b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9640" y="1085850"/>
            <a:ext cx="9737725" cy="541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Fill in the blanks with appropriate verb form.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12</a:t>
            </a: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. I  </a:t>
            </a: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____</a:t>
            </a: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(meet) Anna once.</a:t>
            </a: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1</a:t>
            </a: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3</a:t>
            </a: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. </a:t>
            </a:r>
            <a:r>
              <a:rPr lang="en-US" sz="2400" spc="-5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The drama_____not______yet.(begin)</a:t>
            </a: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1</a:t>
            </a: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4</a:t>
            </a:r>
            <a:r>
              <a:rPr 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. </a:t>
            </a:r>
            <a:r>
              <a:rPr lang="en-US" sz="2400" spc="-5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________the students </a:t>
            </a:r>
            <a:r>
              <a:rPr lang="en-US" sz="2400" spc="-5" dirty="0" err="1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not______the</a:t>
            </a:r>
            <a:r>
              <a:rPr lang="en-US" sz="2400" spc="-5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 assignment yet?(finish)</a:t>
            </a: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2400" spc="-5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Verdana" panose="020B0604030504040204"/>
              </a:rPr>
              <a:t>15. ____ you ____(submit) your assignment?</a:t>
            </a: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/>
            </a:r>
            <a:b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</a:b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/>
            </a:r>
            <a:b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</a:br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endParaRPr lang="en-IN" sz="240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/>
            </a:r>
            <a:br>
              <a:rPr lang="en-I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</a:b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2400" spc="-5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190</Words>
  <Application>WPS Presentation</Application>
  <PresentationFormat>Custom</PresentationFormat>
  <Paragraphs>68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Gear Drives</vt:lpstr>
      <vt:lpstr>PRESENT PERFECT TENSE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PERFECT TENSE</dc:title>
  <dc:creator/>
  <cp:lastModifiedBy>12735</cp:lastModifiedBy>
  <cp:revision>18</cp:revision>
  <dcterms:created xsi:type="dcterms:W3CDTF">2020-09-10T09:55:00Z</dcterms:created>
  <dcterms:modified xsi:type="dcterms:W3CDTF">2021-06-15T08:42:28Z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1033-11.2.0.9665</vt:lpwstr>
  </property>
</Properties>
</file>